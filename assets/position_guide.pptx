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1" r:id="rId2"/>
    <p:sldId id="257" r:id="rId3"/>
    <p:sldId id="274" r:id="rId4"/>
    <p:sldId id="275" r:id="rId5"/>
    <p:sldId id="258" r:id="rId6"/>
    <p:sldId id="276" r:id="rId7"/>
    <p:sldId id="277" r:id="rId8"/>
    <p:sldId id="259" r:id="rId9"/>
    <p:sldId id="260" r:id="rId10"/>
    <p:sldId id="280" r:id="rId11"/>
    <p:sldId id="261" r:id="rId12"/>
    <p:sldId id="279" r:id="rId13"/>
    <p:sldId id="263" r:id="rId14"/>
    <p:sldId id="278" r:id="rId15"/>
    <p:sldId id="262" r:id="rId16"/>
    <p:sldId id="264" r:id="rId17"/>
    <p:sldId id="282" r:id="rId18"/>
    <p:sldId id="265" r:id="rId19"/>
    <p:sldId id="266" r:id="rId20"/>
    <p:sldId id="283" r:id="rId21"/>
    <p:sldId id="26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7" autoAdjust="0"/>
    <p:restoredTop sz="94703" autoAdjust="0"/>
  </p:normalViewPr>
  <p:slideViewPr>
    <p:cSldViewPr snapToGrid="0">
      <p:cViewPr varScale="1">
        <p:scale>
          <a:sx n="79" d="100"/>
          <a:sy n="79" d="100"/>
        </p:scale>
        <p:origin x="84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ED40B-9D71-45BC-B639-DC995944A4B2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6830D-2E9B-4D05-B7E8-E8CE51606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763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830D-2E9B-4D05-B7E8-E8CE51606EB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88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830D-2E9B-4D05-B7E8-E8CE51606EB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76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9199-EAE5-121F-4A7E-3AA45979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C6E9BD-F2D0-7D58-FA5F-8EDD6AAAC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F238E6-A6F3-C825-DE77-D6D937134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"Manage your very own farm! Expand your fields to cultivate larger crops, and grow your farm by raising a variety of animals. Don't forget to set up greenhouses and barns to prepare for the harsh winter. Good luck!"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F965D-655E-BCB7-3AEE-88F98DEC0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830D-2E9B-4D05-B7E8-E8CE51606EB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210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"Manage your very own farm! Expand your fields to cultivate larger crops, and grow your farm by raising a variety of animals. Don't forget to set up greenhouses and barns to prepare for the harsh winter. Good luck!"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830D-2E9B-4D05-B7E8-E8CE51606EB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068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830D-2E9B-4D05-B7E8-E8CE51606EB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31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9DCB5-A27C-FCD8-F920-7A5B28A4B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93F08A-75C9-0E14-0373-35E3D00DD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B985CF-2C5F-D042-42D5-B85828EA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414924-A153-181F-ADAD-DD3234FFB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452535-0F31-5798-F1DF-9C467410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40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04F44-6196-4C83-8110-0E9F112A1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5F9237-2322-B38C-5087-213B62A7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A01D8C-EDD3-047D-C5BA-8407F36B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67956A-16D4-48BA-4450-3992885AC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77ECD2-048D-CFDF-2364-B309D892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723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BA9C1-63C2-D769-D544-B52D3CD84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8F51BA-1EFE-1A02-6235-3644992DB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FF90F-AA4A-9356-D461-4ADA58DF1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A0E3C4-1B93-96BA-FE01-6450A82F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D7CBDB-A345-10DB-35B4-0367E651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00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DB6C4-0395-BBB8-AECB-8E70193B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969DAC-6D60-DA30-3097-B71287442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7774DD-0EC0-B5AA-A40C-C8AB2BF88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C34CAB-9321-38DA-D456-E356752B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05DA1A-0FFB-40CB-1CEF-ED67FF55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4A7ED-5D49-CA02-E8B0-10D362DD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67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0AB61-2B2B-01ED-9CDD-878351458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44022-8FA9-15B1-52B8-4A2A36CA4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FACB67-B485-173E-1ADA-023D4BF15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7DEA66-45ED-D647-6ADF-FDCC1E256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546C15-000A-8E41-76FC-9226CABF2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4EC7FB-8BF8-90EF-D84C-400CE71A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75E5C8-D7F1-8B00-32CB-50C159A14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C6C896-41CF-A7EB-0710-8C4E5223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973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15CE4-89B8-32E6-7BED-70EBF396C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64B404-570C-D60B-AC1B-D09B1138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EE5BA1-03B6-D399-3CE0-151951320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0C7E33-B685-5957-0CA4-B9F3D8F1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15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1EC783-F53A-1F50-6DB7-6E9A39B28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F53468-084D-0A98-AFEA-4549FDEA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15206A-824D-D5F7-5948-11B2D946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90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04398-1DA4-DAEF-FA6D-1D93E4B4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6EFD3-45D3-2EC1-A69D-BB0CA88AC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A15F86-2B24-94CB-5450-6C498E5CA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C50D4E-D807-3189-5641-3A1AA696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58B9A3-C92C-C294-6710-D8F812A2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80AC27-9717-D4A2-EAA9-F5CFF7D2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1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5D832-8CA2-62B1-3630-C07CCE7FC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AAEB5A-1A1C-D153-05CA-43020EC0E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A0C44B-9BA3-5896-1028-4AA282B32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7367AE-0B74-1020-E66E-B9CFC360C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4352ED-D524-12F4-5212-10B76B10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70E274-2BF5-30EE-03C0-35AD5FB49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086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9D17E-535C-0BD5-BCE3-2CF6338A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084C74-19CE-64E1-0750-2C790645F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207544-2E44-10C8-DAAA-BB99ED2B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0BB1D3-8F5B-87CE-CB00-537B8F88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20F39C-F89D-B2D0-FB6F-894F38C7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653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9EAC7B-5205-87F9-620F-493982044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36968C-318F-6ED6-5BD1-B8D780C5E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385D36-261C-85D8-FA92-CA9B69545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0B7AC-6BD4-64F6-4FB3-665AB861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2F1A8-7D59-0693-2B15-E549D1DD8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65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BEC1C8-98C5-DF7F-E975-D5BFDE2E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F51858-F7BD-0F0A-4046-D43ECCF4D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6EEB0A-0BA8-CD59-C077-DA3FD24F7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62261-F98F-4FCF-B225-2BE2B77D38B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408184-F779-A97B-60D2-285B22325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03A903-FCB9-205B-8368-247018EAD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82D2D-23D9-42E3-820F-EE641457F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193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37419-D1B2-B42A-A658-5449B79C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1032ABA-1BC1-6487-32B9-E26B01F44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30" y="1043851"/>
            <a:ext cx="8076538" cy="5539823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BCEA8CB2-3AC1-2E91-11B0-4C3775E6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Character_setting.tmx</a:t>
            </a:r>
            <a:endParaRPr lang="ko-KR" alt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4A2028-039A-10F0-68CC-06FF6A18EB96}"/>
              </a:ext>
            </a:extLst>
          </p:cNvPr>
          <p:cNvSpPr txBox="1"/>
          <p:nvPr/>
        </p:nvSpPr>
        <p:spPr>
          <a:xfrm>
            <a:off x="8229600" y="165370"/>
            <a:ext cx="3645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모든 위치 박스 오른쪽 위를 뜻함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 박스 크기는 </a:t>
            </a:r>
            <a:r>
              <a:rPr lang="en-US" altLang="ko-KR" dirty="0"/>
              <a:t>16px</a:t>
            </a:r>
            <a:r>
              <a:rPr lang="ko-KR" altLang="en-US" dirty="0"/>
              <a:t>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90D74-271C-053E-B4F5-374C02914EBF}"/>
              </a:ext>
            </a:extLst>
          </p:cNvPr>
          <p:cNvSpPr/>
          <p:nvPr/>
        </p:nvSpPr>
        <p:spPr>
          <a:xfrm>
            <a:off x="10223769" y="1040860"/>
            <a:ext cx="64633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E0AD8D3-9B77-D809-7E34-EB6B020480C4}"/>
              </a:ext>
            </a:extLst>
          </p:cNvPr>
          <p:cNvCxnSpPr>
            <a:cxnSpLocks/>
          </p:cNvCxnSpPr>
          <p:nvPr/>
        </p:nvCxnSpPr>
        <p:spPr>
          <a:xfrm flipV="1">
            <a:off x="9591472" y="1040860"/>
            <a:ext cx="632297" cy="1212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C89894F-A83B-F254-B44E-40B5550E6FFB}"/>
              </a:ext>
            </a:extLst>
          </p:cNvPr>
          <p:cNvCxnSpPr>
            <a:cxnSpLocks/>
          </p:cNvCxnSpPr>
          <p:nvPr/>
        </p:nvCxnSpPr>
        <p:spPr>
          <a:xfrm>
            <a:off x="10223769" y="1828800"/>
            <a:ext cx="6463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B20FB4A-4387-3AAC-B6D5-AD7E559C7FFF}"/>
              </a:ext>
            </a:extLst>
          </p:cNvPr>
          <p:cNvCxnSpPr>
            <a:cxnSpLocks/>
          </p:cNvCxnSpPr>
          <p:nvPr/>
        </p:nvCxnSpPr>
        <p:spPr>
          <a:xfrm>
            <a:off x="11022500" y="1040860"/>
            <a:ext cx="0" cy="6971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23B9273-51CC-DCD4-18E7-A5D16956D9F8}"/>
              </a:ext>
            </a:extLst>
          </p:cNvPr>
          <p:cNvSpPr txBox="1"/>
          <p:nvPr/>
        </p:nvSpPr>
        <p:spPr>
          <a:xfrm>
            <a:off x="10189914" y="1916350"/>
            <a:ext cx="6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16px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5C6820-4D82-1386-B602-A38E634D12C0}"/>
              </a:ext>
            </a:extLst>
          </p:cNvPr>
          <p:cNvSpPr txBox="1"/>
          <p:nvPr/>
        </p:nvSpPr>
        <p:spPr>
          <a:xfrm>
            <a:off x="11022500" y="1230709"/>
            <a:ext cx="6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16px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A72A2C-CD3C-F6A9-FEF3-A0779CA9CEC4}"/>
              </a:ext>
            </a:extLst>
          </p:cNvPr>
          <p:cNvSpPr txBox="1"/>
          <p:nvPr/>
        </p:nvSpPr>
        <p:spPr>
          <a:xfrm>
            <a:off x="8822901" y="2285682"/>
            <a:ext cx="33016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표기된 위치 정보는 몇 번째 칸이 아니라 </a:t>
            </a:r>
            <a:r>
              <a:rPr lang="en-US" altLang="ko-KR" dirty="0" err="1"/>
              <a:t>px</a:t>
            </a:r>
            <a:r>
              <a:rPr lang="ko-KR" altLang="en-US" dirty="0"/>
              <a:t>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(x</a:t>
            </a:r>
            <a:r>
              <a:rPr lang="ko-KR" altLang="en-US" dirty="0"/>
              <a:t>좌표</a:t>
            </a:r>
            <a:r>
              <a:rPr lang="en-US" altLang="ko-KR" dirty="0"/>
              <a:t>, y</a:t>
            </a:r>
            <a:r>
              <a:rPr lang="ko-KR" altLang="en-US" dirty="0"/>
              <a:t>좌표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텍스트가 들어가야 할 것 빨간색으로 표기함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Font size</a:t>
            </a:r>
            <a:r>
              <a:rPr lang="ko-KR" altLang="en-US" dirty="0"/>
              <a:t>는 잘 </a:t>
            </a:r>
            <a:r>
              <a:rPr lang="ko-KR" altLang="en-US" dirty="0" err="1"/>
              <a:t>모르겠어서</a:t>
            </a:r>
            <a:r>
              <a:rPr lang="ko-KR" altLang="en-US" dirty="0"/>
              <a:t> 구현하면서 크기를 </a:t>
            </a:r>
            <a:r>
              <a:rPr lang="ko-KR" altLang="en-US" dirty="0" err="1"/>
              <a:t>봐야할</a:t>
            </a:r>
            <a:r>
              <a:rPr lang="ko-KR" altLang="en-US" dirty="0"/>
              <a:t> 듯 합니다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 사항은 모든 페이지 동일함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B126EDC-6F74-E391-D77A-EBDCF9F07913}"/>
              </a:ext>
            </a:extLst>
          </p:cNvPr>
          <p:cNvGrpSpPr/>
          <p:nvPr/>
        </p:nvGrpSpPr>
        <p:grpSpPr>
          <a:xfrm>
            <a:off x="813816" y="2769938"/>
            <a:ext cx="1315617" cy="928302"/>
            <a:chOff x="813816" y="2769938"/>
            <a:chExt cx="1315617" cy="92830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B12CF0-941E-DFE8-B2AE-311A60805F54}"/>
                </a:ext>
              </a:extLst>
            </p:cNvPr>
            <p:cNvSpPr txBox="1"/>
            <p:nvPr/>
          </p:nvSpPr>
          <p:spPr>
            <a:xfrm>
              <a:off x="813816" y="2769938"/>
              <a:ext cx="1315617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(102, 232)</a:t>
              </a:r>
            </a:p>
            <a:p>
              <a:r>
                <a:rPr lang="en-US" altLang="ko-KR" sz="1400" dirty="0"/>
                <a:t>size : 32*32px</a:t>
              </a: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75B4D8DC-237D-1843-FFB2-25A86E5B6728}"/>
                </a:ext>
              </a:extLst>
            </p:cNvPr>
            <p:cNvCxnSpPr>
              <a:cxnSpLocks/>
            </p:cNvCxnSpPr>
            <p:nvPr/>
          </p:nvCxnSpPr>
          <p:spPr>
            <a:xfrm>
              <a:off x="1573890" y="3243277"/>
              <a:ext cx="336190" cy="4549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484E86D-F611-6767-BD7E-92AF3BC38971}"/>
              </a:ext>
            </a:extLst>
          </p:cNvPr>
          <p:cNvGrpSpPr/>
          <p:nvPr/>
        </p:nvGrpSpPr>
        <p:grpSpPr>
          <a:xfrm>
            <a:off x="2309790" y="2769938"/>
            <a:ext cx="1315617" cy="928302"/>
            <a:chOff x="813816" y="2769938"/>
            <a:chExt cx="1315617" cy="92830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A4A6F5-50EA-8664-2394-1707DEDB814A}"/>
                </a:ext>
              </a:extLst>
            </p:cNvPr>
            <p:cNvSpPr txBox="1"/>
            <p:nvPr/>
          </p:nvSpPr>
          <p:spPr>
            <a:xfrm>
              <a:off x="813816" y="2769938"/>
              <a:ext cx="1315617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(230, 232)</a:t>
              </a:r>
            </a:p>
            <a:p>
              <a:r>
                <a:rPr lang="en-US" altLang="ko-KR" sz="1400" dirty="0"/>
                <a:t>size : 32*32px</a:t>
              </a:r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0527FC65-74CA-F670-8A0F-36C89F3F99BB}"/>
                </a:ext>
              </a:extLst>
            </p:cNvPr>
            <p:cNvCxnSpPr>
              <a:cxnSpLocks/>
            </p:cNvCxnSpPr>
            <p:nvPr/>
          </p:nvCxnSpPr>
          <p:spPr>
            <a:xfrm>
              <a:off x="1573890" y="3243277"/>
              <a:ext cx="267696" cy="4549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ADD7798-D3B0-53DC-25F6-33A5F67A0822}"/>
              </a:ext>
            </a:extLst>
          </p:cNvPr>
          <p:cNvGrpSpPr/>
          <p:nvPr/>
        </p:nvGrpSpPr>
        <p:grpSpPr>
          <a:xfrm>
            <a:off x="1521354" y="1533302"/>
            <a:ext cx="992579" cy="573662"/>
            <a:chOff x="1332691" y="3003806"/>
            <a:chExt cx="992579" cy="57366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4BCD86-92E8-5C82-95C8-F3C002DFFF04}"/>
                </a:ext>
              </a:extLst>
            </p:cNvPr>
            <p:cNvSpPr txBox="1"/>
            <p:nvPr/>
          </p:nvSpPr>
          <p:spPr>
            <a:xfrm>
              <a:off x="1332691" y="3003806"/>
              <a:ext cx="99257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(112, 112)</a:t>
              </a: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87F3F4EC-523B-1C5D-2B6A-D51496C979C1}"/>
                </a:ext>
              </a:extLst>
            </p:cNvPr>
            <p:cNvCxnSpPr>
              <a:cxnSpLocks/>
            </p:cNvCxnSpPr>
            <p:nvPr/>
          </p:nvCxnSpPr>
          <p:spPr>
            <a:xfrm>
              <a:off x="1573890" y="3243277"/>
              <a:ext cx="0" cy="33419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BFA819D-670B-34EC-D8AB-F70DC363238B}"/>
              </a:ext>
            </a:extLst>
          </p:cNvPr>
          <p:cNvGrpSpPr/>
          <p:nvPr/>
        </p:nvGrpSpPr>
        <p:grpSpPr>
          <a:xfrm>
            <a:off x="4518470" y="2136479"/>
            <a:ext cx="1860075" cy="1019866"/>
            <a:chOff x="458622" y="3154648"/>
            <a:chExt cx="1860075" cy="101986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35CA7EC-7328-FBEA-4A58-7FCD2C2610B1}"/>
                </a:ext>
              </a:extLst>
            </p:cNvPr>
            <p:cNvSpPr txBox="1"/>
            <p:nvPr/>
          </p:nvSpPr>
          <p:spPr>
            <a:xfrm>
              <a:off x="1236349" y="3154648"/>
              <a:ext cx="1082348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(333, 183)</a:t>
              </a:r>
            </a:p>
            <a:p>
              <a:r>
                <a:rPr lang="ko-KR" altLang="en-US" sz="1400" dirty="0" err="1"/>
                <a:t>입력받을곳</a:t>
              </a:r>
              <a:endParaRPr lang="en-US" altLang="ko-KR" sz="1400" dirty="0"/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5A8408A2-532C-BE4A-1AD7-FED75CB1B1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622" y="3535817"/>
              <a:ext cx="801736" cy="63869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D5B041C-C1E2-F797-3651-B5A314B378E6}"/>
              </a:ext>
            </a:extLst>
          </p:cNvPr>
          <p:cNvGrpSpPr/>
          <p:nvPr/>
        </p:nvGrpSpPr>
        <p:grpSpPr>
          <a:xfrm>
            <a:off x="3466493" y="4059223"/>
            <a:ext cx="1082348" cy="879193"/>
            <a:chOff x="-173621" y="3112965"/>
            <a:chExt cx="1082348" cy="879193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86E840D-08C4-029F-1709-CD8BF5F5B3FB}"/>
                </a:ext>
              </a:extLst>
            </p:cNvPr>
            <p:cNvSpPr txBox="1"/>
            <p:nvPr/>
          </p:nvSpPr>
          <p:spPr>
            <a:xfrm>
              <a:off x="-173621" y="3468938"/>
              <a:ext cx="1082348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(333, 264)</a:t>
              </a:r>
            </a:p>
            <a:p>
              <a:r>
                <a:rPr lang="ko-KR" altLang="en-US" sz="1400" dirty="0" err="1"/>
                <a:t>입력받을곳</a:t>
              </a:r>
              <a:endParaRPr lang="en-US" altLang="ko-KR" sz="1400" dirty="0"/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57CBA3B0-6EF4-EC8A-44F7-A8D5C63083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86" y="3112965"/>
              <a:ext cx="98870" cy="45347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762B370-07CF-5415-F04C-9C3365D5C775}"/>
              </a:ext>
            </a:extLst>
          </p:cNvPr>
          <p:cNvGrpSpPr/>
          <p:nvPr/>
        </p:nvGrpSpPr>
        <p:grpSpPr>
          <a:xfrm>
            <a:off x="4518470" y="4702996"/>
            <a:ext cx="1315617" cy="1106798"/>
            <a:chOff x="1236349" y="2571070"/>
            <a:chExt cx="1315617" cy="1106798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84F5454-E20F-8747-AC1B-DD9F8E97784D}"/>
                </a:ext>
              </a:extLst>
            </p:cNvPr>
            <p:cNvSpPr txBox="1"/>
            <p:nvPr/>
          </p:nvSpPr>
          <p:spPr>
            <a:xfrm>
              <a:off x="1236349" y="3154648"/>
              <a:ext cx="1315617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(416, 320)</a:t>
              </a:r>
            </a:p>
            <a:p>
              <a:r>
                <a:rPr lang="en-US" altLang="ko-KR" sz="1400" dirty="0"/>
                <a:t>size : 32*32px</a:t>
              </a: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440B0649-2B75-B9BC-9592-2CA8B1AF99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292" y="2571070"/>
              <a:ext cx="67127" cy="68660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9A1DB36-023F-4183-BEDC-718D622EB1F5}"/>
              </a:ext>
            </a:extLst>
          </p:cNvPr>
          <p:cNvGrpSpPr/>
          <p:nvPr/>
        </p:nvGrpSpPr>
        <p:grpSpPr>
          <a:xfrm>
            <a:off x="5921191" y="4702996"/>
            <a:ext cx="1039900" cy="1171126"/>
            <a:chOff x="1900183" y="2571070"/>
            <a:chExt cx="1039900" cy="117112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71F016-E24A-CC9B-6698-514EA34FA92A}"/>
                </a:ext>
              </a:extLst>
            </p:cNvPr>
            <p:cNvSpPr txBox="1"/>
            <p:nvPr/>
          </p:nvSpPr>
          <p:spPr>
            <a:xfrm>
              <a:off x="1900183" y="3218976"/>
              <a:ext cx="10399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(480, 320)</a:t>
              </a:r>
            </a:p>
            <a:p>
              <a:r>
                <a:rPr lang="en-US" altLang="ko-KR" sz="1400" dirty="0"/>
                <a:t>size : 32px</a:t>
              </a:r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6B060537-0270-4B57-ED7A-08C522CBAE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292" y="2571070"/>
              <a:ext cx="67127" cy="68660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10A1816B-6376-DFB7-5670-D050B7310718}"/>
              </a:ext>
            </a:extLst>
          </p:cNvPr>
          <p:cNvGrpSpPr/>
          <p:nvPr/>
        </p:nvGrpSpPr>
        <p:grpSpPr>
          <a:xfrm>
            <a:off x="5386371" y="462854"/>
            <a:ext cx="2637489" cy="738664"/>
            <a:chOff x="689045" y="2124783"/>
            <a:chExt cx="2637489" cy="73866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1FC34BD-C250-944F-DCB9-63078BE5CDE6}"/>
                </a:ext>
              </a:extLst>
            </p:cNvPr>
            <p:cNvSpPr txBox="1"/>
            <p:nvPr/>
          </p:nvSpPr>
          <p:spPr>
            <a:xfrm>
              <a:off x="689045" y="2124783"/>
              <a:ext cx="2347117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(640, 0)</a:t>
              </a:r>
            </a:p>
            <a:p>
              <a:r>
                <a:rPr lang="ko-KR" altLang="en-US" sz="1400" dirty="0"/>
                <a:t>여긴 다 </a:t>
              </a:r>
              <a:r>
                <a:rPr lang="en-US" altLang="ko-KR" sz="1400" dirty="0"/>
                <a:t>32</a:t>
              </a:r>
              <a:r>
                <a:rPr lang="ko-KR" altLang="en-US" sz="1400" dirty="0"/>
                <a:t>칸씩 </a:t>
              </a:r>
              <a:r>
                <a:rPr lang="ko-KR" altLang="en-US" sz="1400" dirty="0" err="1"/>
                <a:t>차이남</a:t>
              </a:r>
              <a:endParaRPr lang="en-US" altLang="ko-KR" sz="1400" dirty="0"/>
            </a:p>
            <a:p>
              <a:r>
                <a:rPr lang="ko-KR" altLang="en-US" sz="1400" dirty="0"/>
                <a:t>눌렀을 때 변하게 코딩필요</a:t>
              </a:r>
              <a:endParaRPr lang="en-US" altLang="ko-KR" sz="1400" dirty="0"/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F776BF6D-3D39-2B3E-D8D8-4B18165DD184}"/>
                </a:ext>
              </a:extLst>
            </p:cNvPr>
            <p:cNvCxnSpPr>
              <a:cxnSpLocks/>
            </p:cNvCxnSpPr>
            <p:nvPr/>
          </p:nvCxnSpPr>
          <p:spPr>
            <a:xfrm>
              <a:off x="2857498" y="2473630"/>
              <a:ext cx="469036" cy="22915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E10D88E6-32B0-0F61-E2F7-E7B87EF22505}"/>
              </a:ext>
            </a:extLst>
          </p:cNvPr>
          <p:cNvGrpSpPr/>
          <p:nvPr/>
        </p:nvGrpSpPr>
        <p:grpSpPr>
          <a:xfrm>
            <a:off x="6964" y="1040860"/>
            <a:ext cx="1514389" cy="970814"/>
            <a:chOff x="1078034" y="3604260"/>
            <a:chExt cx="1514389" cy="970814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937089F-FB9E-F38B-A77A-CA0CB9D906EF}"/>
                </a:ext>
              </a:extLst>
            </p:cNvPr>
            <p:cNvSpPr txBox="1"/>
            <p:nvPr/>
          </p:nvSpPr>
          <p:spPr>
            <a:xfrm>
              <a:off x="1078034" y="3836410"/>
              <a:ext cx="1514389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전체 보여질 맵</a:t>
              </a:r>
              <a:endParaRPr lang="en-US" altLang="ko-KR" sz="1400" dirty="0"/>
            </a:p>
            <a:p>
              <a:r>
                <a:rPr lang="en-US" altLang="ko-KR" sz="1400" dirty="0"/>
                <a:t>(0, 0)</a:t>
              </a:r>
            </a:p>
            <a:p>
              <a:r>
                <a:rPr lang="en-US" altLang="ko-KR" sz="1400" dirty="0"/>
                <a:t>size : 640*480px</a:t>
              </a:r>
            </a:p>
          </p:txBody>
        </p: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DC6FB332-32C9-2727-318F-83E31D232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1180" y="3604260"/>
              <a:ext cx="0" cy="20869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2467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250E6-6326-A2F7-8CD6-443B7E11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AF7B19A-EF9A-81DD-980F-067EB8F94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7" y="618226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Full_map.tmx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536091-1EC8-8E8C-1E08-FAD60D5C2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81" y="420984"/>
            <a:ext cx="8914015" cy="588324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E9EAF21-95C3-C67B-6099-04BD68B7AC3B}"/>
              </a:ext>
            </a:extLst>
          </p:cNvPr>
          <p:cNvGrpSpPr/>
          <p:nvPr/>
        </p:nvGrpSpPr>
        <p:grpSpPr>
          <a:xfrm>
            <a:off x="76529" y="160316"/>
            <a:ext cx="1315617" cy="1094552"/>
            <a:chOff x="2935075" y="438113"/>
            <a:chExt cx="1315617" cy="10945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4066C7-6201-FAA6-3FF8-F6C318B8C5A3}"/>
                </a:ext>
              </a:extLst>
            </p:cNvPr>
            <p:cNvSpPr txBox="1"/>
            <p:nvPr/>
          </p:nvSpPr>
          <p:spPr>
            <a:xfrm>
              <a:off x="2935075" y="438113"/>
              <a:ext cx="1315617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집 입구</a:t>
              </a:r>
              <a:endParaRPr lang="en-US" altLang="ko-KR" sz="1400" dirty="0"/>
            </a:p>
            <a:p>
              <a:r>
                <a:rPr lang="en-US" altLang="ko-KR" sz="1400" dirty="0"/>
                <a:t>(112, 144)</a:t>
              </a:r>
            </a:p>
            <a:p>
              <a:r>
                <a:rPr lang="en-US" altLang="ko-KR" sz="1400" dirty="0"/>
                <a:t>size : 16*32px</a:t>
              </a:r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620702E8-A11A-5440-6421-D95472FD713D}"/>
                </a:ext>
              </a:extLst>
            </p:cNvPr>
            <p:cNvCxnSpPr>
              <a:cxnSpLocks/>
            </p:cNvCxnSpPr>
            <p:nvPr/>
          </p:nvCxnSpPr>
          <p:spPr>
            <a:xfrm>
              <a:off x="3490844" y="1176777"/>
              <a:ext cx="282102" cy="3558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1909B3E-2552-9C87-3BAD-91396FA3213A}"/>
              </a:ext>
            </a:extLst>
          </p:cNvPr>
          <p:cNvGrpSpPr/>
          <p:nvPr/>
        </p:nvGrpSpPr>
        <p:grpSpPr>
          <a:xfrm>
            <a:off x="1392146" y="-78682"/>
            <a:ext cx="1406890" cy="999332"/>
            <a:chOff x="-702846" y="175256"/>
            <a:chExt cx="1333828" cy="14159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568D18-2908-CBD5-EDC1-F100FD22A198}"/>
                </a:ext>
              </a:extLst>
            </p:cNvPr>
            <p:cNvSpPr txBox="1"/>
            <p:nvPr/>
          </p:nvSpPr>
          <p:spPr>
            <a:xfrm>
              <a:off x="-616313" y="175256"/>
              <a:ext cx="1247295" cy="10465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shop</a:t>
              </a:r>
            </a:p>
            <a:p>
              <a:r>
                <a:rPr lang="en-US" altLang="ko-KR" sz="1400" dirty="0"/>
                <a:t>(176, 64) </a:t>
              </a:r>
            </a:p>
            <a:p>
              <a:r>
                <a:rPr lang="en-US" altLang="ko-KR" sz="1400" dirty="0"/>
                <a:t>size : 48*64px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8532AEF-6CB0-3D3B-1D0E-50127B5E62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702846" y="1037178"/>
              <a:ext cx="86533" cy="5539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C4B7BA6-E1BA-2D65-7444-071211E33C29}"/>
              </a:ext>
            </a:extLst>
          </p:cNvPr>
          <p:cNvGrpSpPr/>
          <p:nvPr/>
        </p:nvGrpSpPr>
        <p:grpSpPr>
          <a:xfrm>
            <a:off x="2412460" y="160316"/>
            <a:ext cx="9515558" cy="954108"/>
            <a:chOff x="-7203588" y="175256"/>
            <a:chExt cx="9021425" cy="135184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6C4940-7C4C-F514-8B8C-EAFDC3262659}"/>
                </a:ext>
              </a:extLst>
            </p:cNvPr>
            <p:cNvSpPr txBox="1"/>
            <p:nvPr/>
          </p:nvSpPr>
          <p:spPr>
            <a:xfrm>
              <a:off x="-616313" y="175256"/>
              <a:ext cx="2434150" cy="135184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온실</a:t>
              </a:r>
              <a:r>
                <a:rPr lang="en-US" altLang="ko-KR" sz="1400" dirty="0"/>
                <a:t>1 </a:t>
              </a:r>
              <a:r>
                <a:rPr lang="ko-KR" altLang="en-US" sz="1400" dirty="0"/>
                <a:t>바닥면적</a:t>
              </a:r>
              <a:r>
                <a:rPr lang="en-US" altLang="ko-KR" sz="1400" dirty="0"/>
                <a:t>(</a:t>
              </a:r>
              <a:r>
                <a:rPr lang="ko-KR" altLang="en-US" sz="1400" dirty="0"/>
                <a:t>이 범위에 들어오면 온실 </a:t>
              </a:r>
              <a:r>
                <a:rPr lang="en-US" altLang="ko-KR" sz="1400" dirty="0"/>
                <a:t>top</a:t>
              </a:r>
              <a:r>
                <a:rPr lang="ko-KR" altLang="en-US" sz="1400" dirty="0"/>
                <a:t>을 서서히 투명하게</a:t>
              </a:r>
              <a:r>
                <a:rPr lang="en-US" altLang="ko-KR" sz="1400" dirty="0"/>
                <a:t>)</a:t>
              </a:r>
            </a:p>
            <a:p>
              <a:r>
                <a:rPr lang="en-US" altLang="ko-KR" sz="1400" dirty="0"/>
                <a:t>(368, 80) size : 256*96px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61AD3BD6-DE42-A879-F0EB-2822B1DA15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7203588" y="1037178"/>
              <a:ext cx="6587276" cy="21536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27B6987-9805-6361-7D06-D0E50F5489F9}"/>
              </a:ext>
            </a:extLst>
          </p:cNvPr>
          <p:cNvGrpSpPr/>
          <p:nvPr/>
        </p:nvGrpSpPr>
        <p:grpSpPr>
          <a:xfrm>
            <a:off x="3842426" y="1031132"/>
            <a:ext cx="7157425" cy="779401"/>
            <a:chOff x="-5966298" y="-6834"/>
            <a:chExt cx="6785729" cy="110430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6145B4-01BE-D0AA-7687-EAF64DD1CC0B}"/>
                </a:ext>
              </a:extLst>
            </p:cNvPr>
            <p:cNvSpPr txBox="1"/>
            <p:nvPr/>
          </p:nvSpPr>
          <p:spPr>
            <a:xfrm>
              <a:off x="-616313" y="50885"/>
              <a:ext cx="1435744" cy="10465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온실</a:t>
              </a:r>
              <a:r>
                <a:rPr lang="en-US" altLang="ko-KR" sz="1400" dirty="0"/>
                <a:t>2</a:t>
              </a:r>
            </a:p>
            <a:p>
              <a:r>
                <a:rPr lang="en-US" altLang="ko-KR" sz="1400" dirty="0"/>
                <a:t>(640, 80) </a:t>
              </a:r>
            </a:p>
            <a:p>
              <a:r>
                <a:rPr lang="en-US" altLang="ko-KR" sz="1400" dirty="0"/>
                <a:t>size : 160*160px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A2F00642-6463-1A7A-E308-5109E2E963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966298" y="-6834"/>
              <a:ext cx="5349985" cy="2305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FE859EE-E001-4515-C88F-09B8C585D3FD}"/>
              </a:ext>
            </a:extLst>
          </p:cNvPr>
          <p:cNvGrpSpPr/>
          <p:nvPr/>
        </p:nvGrpSpPr>
        <p:grpSpPr>
          <a:xfrm>
            <a:off x="4834647" y="1031132"/>
            <a:ext cx="6210841" cy="1539735"/>
            <a:chOff x="-5068871" y="-1422754"/>
            <a:chExt cx="5888302" cy="218159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A21B3D-F6BD-B06E-6395-84B8C360AFC3}"/>
                </a:ext>
              </a:extLst>
            </p:cNvPr>
            <p:cNvSpPr txBox="1"/>
            <p:nvPr/>
          </p:nvSpPr>
          <p:spPr>
            <a:xfrm>
              <a:off x="-616313" y="-287743"/>
              <a:ext cx="1435744" cy="10465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온실</a:t>
              </a:r>
              <a:r>
                <a:rPr lang="en-US" altLang="ko-KR" sz="1400" dirty="0"/>
                <a:t>3</a:t>
              </a:r>
            </a:p>
            <a:p>
              <a:r>
                <a:rPr lang="en-US" altLang="ko-KR" sz="1400" dirty="0"/>
                <a:t>(816, 80) </a:t>
              </a:r>
            </a:p>
            <a:p>
              <a:r>
                <a:rPr lang="en-US" altLang="ko-KR" sz="1400" dirty="0"/>
                <a:t>size : 160*160px</a:t>
              </a: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ABD7973-1F5E-EBF9-2FEE-EDE06D0B67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068871" y="-1422754"/>
              <a:ext cx="4452556" cy="136131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61F40B0-A757-25EF-FA45-0CDF07D66A3F}"/>
              </a:ext>
            </a:extLst>
          </p:cNvPr>
          <p:cNvGrpSpPr/>
          <p:nvPr/>
        </p:nvGrpSpPr>
        <p:grpSpPr>
          <a:xfrm>
            <a:off x="5865779" y="1031132"/>
            <a:ext cx="5179708" cy="2310461"/>
            <a:chOff x="-4048021" y="-2838674"/>
            <a:chExt cx="4910717" cy="327361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D34C8A-07E3-D91D-1F2D-E264E631FE6C}"/>
                </a:ext>
              </a:extLst>
            </p:cNvPr>
            <p:cNvSpPr txBox="1"/>
            <p:nvPr/>
          </p:nvSpPr>
          <p:spPr>
            <a:xfrm>
              <a:off x="-573048" y="-611648"/>
              <a:ext cx="1435744" cy="10465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온실</a:t>
              </a:r>
              <a:r>
                <a:rPr lang="en-US" altLang="ko-KR" sz="1400" dirty="0"/>
                <a:t>4</a:t>
              </a:r>
            </a:p>
            <a:p>
              <a:r>
                <a:rPr lang="en-US" altLang="ko-KR" sz="1400" dirty="0"/>
                <a:t>(992, 80) </a:t>
              </a:r>
            </a:p>
            <a:p>
              <a:r>
                <a:rPr lang="en-US" altLang="ko-KR" sz="1400" dirty="0"/>
                <a:t>size : 160*160px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74339A9E-90F3-565B-5A2E-B107EBDC6D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4048021" y="-2838674"/>
              <a:ext cx="3474972" cy="23919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91B91B5-5143-82F3-10B0-5D9E94758BDF}"/>
              </a:ext>
            </a:extLst>
          </p:cNvPr>
          <p:cNvGrpSpPr/>
          <p:nvPr/>
        </p:nvGrpSpPr>
        <p:grpSpPr>
          <a:xfrm>
            <a:off x="6828816" y="1031133"/>
            <a:ext cx="4216671" cy="2963743"/>
            <a:chOff x="-3016562" y="-4459664"/>
            <a:chExt cx="3997692" cy="419922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78F335B-49E9-29FD-FBE3-28799962582D}"/>
                </a:ext>
              </a:extLst>
            </p:cNvPr>
            <p:cNvSpPr txBox="1"/>
            <p:nvPr/>
          </p:nvSpPr>
          <p:spPr>
            <a:xfrm>
              <a:off x="-454614" y="-1307024"/>
              <a:ext cx="1435744" cy="10465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온실</a:t>
              </a:r>
              <a:r>
                <a:rPr lang="en-US" altLang="ko-KR" sz="1400" dirty="0"/>
                <a:t>5</a:t>
              </a:r>
            </a:p>
            <a:p>
              <a:r>
                <a:rPr lang="en-US" altLang="ko-KR" sz="1400" dirty="0"/>
                <a:t>(1168, 80) </a:t>
              </a:r>
            </a:p>
            <a:p>
              <a:r>
                <a:rPr lang="en-US" altLang="ko-KR" sz="1400" dirty="0"/>
                <a:t>size : 160*160px</a:t>
              </a: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FBCDE31E-1F10-8EFE-710A-C2B403EE8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016562" y="-4459664"/>
              <a:ext cx="2561947" cy="330339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AE160FD-EABA-2519-8DCE-2C66744B2242}"/>
              </a:ext>
            </a:extLst>
          </p:cNvPr>
          <p:cNvGrpSpPr/>
          <p:nvPr/>
        </p:nvGrpSpPr>
        <p:grpSpPr>
          <a:xfrm>
            <a:off x="7830766" y="1031132"/>
            <a:ext cx="3214720" cy="3758125"/>
            <a:chOff x="-2109911" y="-6087029"/>
            <a:chExt cx="3047774" cy="532476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F13B3D-ECBD-D2E7-0BD8-DCE83DFCB620}"/>
                </a:ext>
              </a:extLst>
            </p:cNvPr>
            <p:cNvSpPr txBox="1"/>
            <p:nvPr/>
          </p:nvSpPr>
          <p:spPr>
            <a:xfrm>
              <a:off x="-497881" y="-1808856"/>
              <a:ext cx="1435744" cy="10465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온실</a:t>
              </a:r>
              <a:r>
                <a:rPr lang="en-US" altLang="ko-KR" sz="1400" dirty="0"/>
                <a:t>6</a:t>
              </a:r>
            </a:p>
            <a:p>
              <a:r>
                <a:rPr lang="en-US" altLang="ko-KR" sz="1400" dirty="0"/>
                <a:t>(1344, 80) </a:t>
              </a:r>
            </a:p>
            <a:p>
              <a:r>
                <a:rPr lang="en-US" altLang="ko-KR" sz="1400" dirty="0"/>
                <a:t>size : 160*160px</a:t>
              </a: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D4FDCC02-D0F1-D112-B332-B38D042942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109911" y="-6087029"/>
              <a:ext cx="1612029" cy="43965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D496504-4BD0-883F-B6DE-2E94407705E3}"/>
              </a:ext>
            </a:extLst>
          </p:cNvPr>
          <p:cNvGrpSpPr/>
          <p:nvPr/>
        </p:nvGrpSpPr>
        <p:grpSpPr>
          <a:xfrm>
            <a:off x="1906621" y="961386"/>
            <a:ext cx="9037590" cy="4647683"/>
            <a:chOff x="-7818839" y="-7631779"/>
            <a:chExt cx="8568252" cy="658514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E5EAEDC-7ED8-2082-99C9-07AAC4269845}"/>
                </a:ext>
              </a:extLst>
            </p:cNvPr>
            <p:cNvSpPr txBox="1"/>
            <p:nvPr/>
          </p:nvSpPr>
          <p:spPr>
            <a:xfrm>
              <a:off x="-497882" y="-2093221"/>
              <a:ext cx="1247295" cy="10465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음식 조리</a:t>
              </a:r>
              <a:endParaRPr lang="en-US" altLang="ko-KR" sz="1400" dirty="0"/>
            </a:p>
            <a:p>
              <a:r>
                <a:rPr lang="en-US" altLang="ko-KR" sz="1400" dirty="0"/>
                <a:t>(240, 96) </a:t>
              </a:r>
            </a:p>
            <a:p>
              <a:r>
                <a:rPr lang="en-US" altLang="ko-KR" sz="1400" dirty="0"/>
                <a:t>size : 80*32px</a:t>
              </a: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C6EC3528-2BA8-9F39-D9D5-8917628FC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7818839" y="-7631779"/>
              <a:ext cx="7320957" cy="578943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7675D5B-A77D-31FB-33A3-D4FCD231EAF6}"/>
              </a:ext>
            </a:extLst>
          </p:cNvPr>
          <p:cNvGrpSpPr/>
          <p:nvPr/>
        </p:nvGrpSpPr>
        <p:grpSpPr>
          <a:xfrm>
            <a:off x="7830766" y="3126722"/>
            <a:ext cx="3113444" cy="3353164"/>
            <a:chOff x="-2202345" y="-5797618"/>
            <a:chExt cx="2951757" cy="475098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7E8CEAE-1B9B-BA1C-334F-0E67F0BAAA97}"/>
                </a:ext>
              </a:extLst>
            </p:cNvPr>
            <p:cNvSpPr txBox="1"/>
            <p:nvPr/>
          </p:nvSpPr>
          <p:spPr>
            <a:xfrm>
              <a:off x="-497882" y="-2093221"/>
              <a:ext cx="1247294" cy="10465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헛간 입구</a:t>
              </a:r>
              <a:endParaRPr lang="en-US" altLang="ko-KR" sz="1400" dirty="0"/>
            </a:p>
            <a:p>
              <a:r>
                <a:rPr lang="en-US" altLang="ko-KR" sz="1400" dirty="0"/>
                <a:t>(1360, 480) </a:t>
              </a:r>
            </a:p>
            <a:p>
              <a:r>
                <a:rPr lang="en-US" altLang="ko-KR" sz="1400" dirty="0"/>
                <a:t>size : 48*48px</a:t>
              </a:r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C05422B6-9534-A463-73CB-1D3FD076CD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202345" y="-5797618"/>
              <a:ext cx="1704464" cy="395527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0020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BA87-50A7-17D1-3B6F-4C81BF2D4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4B8F410-CD1C-AEFB-A57B-9A6881E11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7" y="618226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Full_map.tmx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B98C7C-8045-D4FD-B4A3-88760583F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81" y="420984"/>
            <a:ext cx="8914015" cy="58832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26BD75-B5C3-A11A-CBDA-A93700D95918}"/>
              </a:ext>
            </a:extLst>
          </p:cNvPr>
          <p:cNvSpPr txBox="1"/>
          <p:nvPr/>
        </p:nvSpPr>
        <p:spPr>
          <a:xfrm>
            <a:off x="3014004" y="3429000"/>
            <a:ext cx="5886805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밭 위치 </a:t>
            </a:r>
            <a:r>
              <a:rPr lang="en-US" altLang="ko-KR" dirty="0"/>
              <a:t>(</a:t>
            </a:r>
            <a:r>
              <a:rPr lang="ko-KR" altLang="en-US" dirty="0"/>
              <a:t>크기는 </a:t>
            </a:r>
            <a:r>
              <a:rPr lang="en-US" altLang="ko-KR" dirty="0"/>
              <a:t>80*64, </a:t>
            </a:r>
            <a:r>
              <a:rPr lang="ko-KR" altLang="en-US" dirty="0"/>
              <a:t>밭 </a:t>
            </a:r>
            <a:r>
              <a:rPr lang="en-US" altLang="ko-KR" dirty="0"/>
              <a:t>5*4</a:t>
            </a:r>
            <a:r>
              <a:rPr lang="ko-KR" altLang="en-US" dirty="0"/>
              <a:t>칸</a:t>
            </a:r>
            <a:r>
              <a:rPr lang="en-US" altLang="ko-KR" dirty="0"/>
              <a:t>. </a:t>
            </a:r>
            <a:r>
              <a:rPr lang="ko-KR" altLang="en-US" dirty="0"/>
              <a:t>각 칸은 </a:t>
            </a:r>
            <a:r>
              <a:rPr lang="en-US" altLang="ko-KR" dirty="0"/>
              <a:t>16*16px)</a:t>
            </a:r>
          </a:p>
          <a:p>
            <a:r>
              <a:rPr lang="ko-KR" altLang="en-US" dirty="0"/>
              <a:t>밭 </a:t>
            </a:r>
            <a:r>
              <a:rPr lang="en-US" altLang="ko-KR" dirty="0" err="1"/>
              <a:t>i</a:t>
            </a:r>
            <a:r>
              <a:rPr lang="ko-KR" altLang="en-US" dirty="0"/>
              <a:t>라 할 때</a:t>
            </a:r>
            <a:endParaRPr lang="en-US" altLang="ko-KR" dirty="0"/>
          </a:p>
          <a:p>
            <a:r>
              <a:rPr lang="en-US" altLang="ko-KR" dirty="0"/>
              <a:t>i%4 == 1  =&gt; </a:t>
            </a:r>
            <a:r>
              <a:rPr lang="ko-KR" altLang="en-US" dirty="0"/>
              <a:t>좌표 </a:t>
            </a:r>
            <a:r>
              <a:rPr lang="en-US" altLang="ko-KR" dirty="0"/>
              <a:t>: (16, 272+(i-1)*80)</a:t>
            </a:r>
          </a:p>
          <a:p>
            <a:r>
              <a:rPr lang="en-US" altLang="ko-KR" dirty="0"/>
              <a:t>i%4 == 2  =&gt; </a:t>
            </a:r>
            <a:r>
              <a:rPr lang="ko-KR" altLang="en-US" dirty="0"/>
              <a:t>좌표 </a:t>
            </a:r>
            <a:r>
              <a:rPr lang="en-US" altLang="ko-KR" dirty="0"/>
              <a:t>: (128, 272+(i-1)*80)</a:t>
            </a:r>
          </a:p>
          <a:p>
            <a:r>
              <a:rPr lang="en-US" altLang="ko-KR" dirty="0"/>
              <a:t>i%4 == 3  =&gt; </a:t>
            </a:r>
            <a:r>
              <a:rPr lang="ko-KR" altLang="en-US" dirty="0"/>
              <a:t>좌표 </a:t>
            </a:r>
            <a:r>
              <a:rPr lang="en-US" altLang="ko-KR" dirty="0"/>
              <a:t>: (240, 272+(i-1)*80)</a:t>
            </a:r>
          </a:p>
          <a:p>
            <a:r>
              <a:rPr lang="en-US" altLang="ko-KR" dirty="0"/>
              <a:t>i%4 == 0  =&gt; </a:t>
            </a:r>
            <a:r>
              <a:rPr lang="ko-KR" altLang="en-US" dirty="0"/>
              <a:t>좌표 </a:t>
            </a:r>
            <a:r>
              <a:rPr lang="en-US" altLang="ko-KR" dirty="0"/>
              <a:t>: (352, 272+(i-1)*80)</a:t>
            </a:r>
          </a:p>
          <a:p>
            <a:endParaRPr lang="en-US" altLang="ko-KR" dirty="0"/>
          </a:p>
          <a:p>
            <a:r>
              <a:rPr lang="ko-KR" altLang="en-US" dirty="0"/>
              <a:t>이 정보를 알려주는 이유 </a:t>
            </a:r>
            <a:r>
              <a:rPr lang="en-US" altLang="ko-KR" dirty="0"/>
              <a:t>: </a:t>
            </a:r>
            <a:r>
              <a:rPr lang="ko-KR" altLang="en-US" dirty="0"/>
              <a:t>물 주고 나서 색 바꾸시라고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0979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E3D89-23F7-926F-B8DF-2F52F3DA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B332875-E1CC-9EEF-6922-A484F27AD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7" y="618226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Full_map.tmx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D355BA-7AB0-A381-A2B8-98CBC886C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5" t="27902" r="1635" b="2073"/>
          <a:stretch>
            <a:fillRect/>
          </a:stretch>
        </p:blipFill>
        <p:spPr>
          <a:xfrm>
            <a:off x="147968" y="162560"/>
            <a:ext cx="8077977" cy="53136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26B623-B0C5-34CD-7245-60EA41F60577}"/>
              </a:ext>
            </a:extLst>
          </p:cNvPr>
          <p:cNvSpPr txBox="1"/>
          <p:nvPr/>
        </p:nvSpPr>
        <p:spPr>
          <a:xfrm>
            <a:off x="1209040" y="33528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97CA6-6C59-F3D3-5781-7DAF65453F8A}"/>
              </a:ext>
            </a:extLst>
          </p:cNvPr>
          <p:cNvSpPr txBox="1"/>
          <p:nvPr/>
        </p:nvSpPr>
        <p:spPr>
          <a:xfrm>
            <a:off x="1499032" y="33528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5A028-A3B0-9776-F375-AD8A008E0AC5}"/>
              </a:ext>
            </a:extLst>
          </p:cNvPr>
          <p:cNvSpPr txBox="1"/>
          <p:nvPr/>
        </p:nvSpPr>
        <p:spPr>
          <a:xfrm>
            <a:off x="1897082" y="580906"/>
            <a:ext cx="3177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3</a:t>
            </a:r>
          </a:p>
          <a:p>
            <a:pPr>
              <a:lnSpc>
                <a:spcPct val="8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4</a:t>
            </a:r>
          </a:p>
          <a:p>
            <a:pPr>
              <a:lnSpc>
                <a:spcPct val="8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5</a:t>
            </a:r>
          </a:p>
          <a:p>
            <a:pPr>
              <a:lnSpc>
                <a:spcPct val="8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6</a:t>
            </a:r>
          </a:p>
          <a:p>
            <a:pPr>
              <a:lnSpc>
                <a:spcPct val="8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7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7F1207-E213-66CE-7C28-F79D1A4F051A}"/>
              </a:ext>
            </a:extLst>
          </p:cNvPr>
          <p:cNvSpPr txBox="1"/>
          <p:nvPr/>
        </p:nvSpPr>
        <p:spPr>
          <a:xfrm>
            <a:off x="1984022" y="2921000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8 9 </a:t>
            </a:r>
            <a:r>
              <a:rPr lang="en-US" altLang="ko-KR" sz="1100" b="1" dirty="0">
                <a:solidFill>
                  <a:schemeClr val="bg1"/>
                </a:solidFill>
              </a:rPr>
              <a:t>10 11 12 13 14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70B2CD-16F5-4100-D36F-4F461B8AE512}"/>
              </a:ext>
            </a:extLst>
          </p:cNvPr>
          <p:cNvSpPr txBox="1"/>
          <p:nvPr/>
        </p:nvSpPr>
        <p:spPr>
          <a:xfrm>
            <a:off x="5702582" y="2988826"/>
            <a:ext cx="1768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15 16 17 18 19 20 21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920F0-2EA7-3EC7-08FE-14914C1B08BD}"/>
              </a:ext>
            </a:extLst>
          </p:cNvPr>
          <p:cNvSpPr txBox="1"/>
          <p:nvPr/>
        </p:nvSpPr>
        <p:spPr>
          <a:xfrm>
            <a:off x="8225945" y="335280"/>
            <a:ext cx="3986989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물통 및 여물통</a:t>
            </a:r>
            <a:endParaRPr lang="en-US" altLang="ko-KR" dirty="0"/>
          </a:p>
          <a:p>
            <a:r>
              <a:rPr lang="ko-KR" altLang="en-US" dirty="0"/>
              <a:t>물통 </a:t>
            </a:r>
            <a:r>
              <a:rPr lang="en-US" altLang="ko-KR" dirty="0"/>
              <a:t>: 1, 2, 13, 14, 20, 21</a:t>
            </a:r>
          </a:p>
          <a:p>
            <a:r>
              <a:rPr lang="ko-KR" altLang="en-US" dirty="0"/>
              <a:t>여물통 </a:t>
            </a:r>
            <a:r>
              <a:rPr lang="en-US" altLang="ko-KR" dirty="0"/>
              <a:t>: 3, 4, 5, 6, 7, 8, 9, 10, 11, 12,</a:t>
            </a:r>
          </a:p>
          <a:p>
            <a:r>
              <a:rPr lang="en-US" altLang="ko-KR" dirty="0"/>
              <a:t>15, 16, 17, 18, 19</a:t>
            </a:r>
          </a:p>
          <a:p>
            <a:endParaRPr lang="en-US" altLang="ko-KR" dirty="0"/>
          </a:p>
          <a:p>
            <a:r>
              <a:rPr lang="ko-KR" altLang="en-US" dirty="0"/>
              <a:t>돼지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(508, 352) 32*16px</a:t>
            </a:r>
          </a:p>
          <a:p>
            <a:pPr marL="342900" indent="-342900">
              <a:buAutoNum type="arabicPeriod"/>
            </a:pPr>
            <a:r>
              <a:rPr lang="en-US" altLang="ko-KR" dirty="0"/>
              <a:t>(640, 352) 32*16px</a:t>
            </a:r>
          </a:p>
          <a:p>
            <a:pPr marL="342900" indent="-342900">
              <a:buAutoNum type="arabicPeriod"/>
            </a:pPr>
            <a:r>
              <a:rPr lang="en-US" altLang="ko-KR" dirty="0"/>
              <a:t>(688, 352) 16*32px</a:t>
            </a:r>
          </a:p>
          <a:p>
            <a:pPr marL="342900" indent="-342900">
              <a:buAutoNum type="arabicPeriod"/>
            </a:pPr>
            <a:r>
              <a:rPr lang="en-US" altLang="ko-KR" dirty="0"/>
              <a:t>(688, 384) 16*32px</a:t>
            </a:r>
          </a:p>
          <a:p>
            <a:pPr marL="342900" indent="-342900">
              <a:buAutoNum type="arabicPeriod"/>
            </a:pPr>
            <a:r>
              <a:rPr lang="en-US" altLang="ko-KR" dirty="0"/>
              <a:t>(688, 416) 16*32px</a:t>
            </a:r>
          </a:p>
          <a:p>
            <a:pPr marL="342900" indent="-342900">
              <a:buAutoNum type="arabicPeriod"/>
            </a:pPr>
            <a:r>
              <a:rPr lang="en-US" altLang="ko-KR" dirty="0"/>
              <a:t>(688, 448) 16*32px</a:t>
            </a:r>
          </a:p>
          <a:p>
            <a:pPr marL="342900" indent="-342900">
              <a:buAutoNum type="arabicPeriod"/>
            </a:pPr>
            <a:r>
              <a:rPr lang="en-US" altLang="ko-KR" dirty="0"/>
              <a:t>(688, 480) 16*32px</a:t>
            </a:r>
          </a:p>
          <a:p>
            <a:endParaRPr lang="en-US" altLang="ko-KR" dirty="0"/>
          </a:p>
          <a:p>
            <a:r>
              <a:rPr lang="ko-KR" altLang="en-US" dirty="0"/>
              <a:t>소</a:t>
            </a:r>
            <a:endParaRPr lang="en-US" altLang="ko-KR" dirty="0"/>
          </a:p>
          <a:p>
            <a:r>
              <a:rPr lang="en-US" altLang="ko-KR" dirty="0"/>
              <a:t>8. (704, 720) 32*16px</a:t>
            </a:r>
          </a:p>
          <a:p>
            <a:r>
              <a:rPr lang="en-US" altLang="ko-KR" dirty="0"/>
              <a:t>9, 10, …, 14 : 8</a:t>
            </a:r>
            <a:r>
              <a:rPr lang="ko-KR" altLang="en-US" dirty="0"/>
              <a:t>에서부터 옆으로</a:t>
            </a:r>
            <a:endParaRPr lang="en-US" altLang="ko-KR" dirty="0"/>
          </a:p>
          <a:p>
            <a:r>
              <a:rPr lang="en-US" altLang="ko-KR" dirty="0"/>
              <a:t>32px</a:t>
            </a:r>
            <a:r>
              <a:rPr lang="ko-KR" altLang="en-US" dirty="0"/>
              <a:t>씩 이동</a:t>
            </a:r>
            <a:r>
              <a:rPr lang="en-US" altLang="ko-KR" dirty="0"/>
              <a:t>, </a:t>
            </a:r>
            <a:r>
              <a:rPr lang="ko-KR" altLang="en-US" dirty="0"/>
              <a:t>크기는 같음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양</a:t>
            </a:r>
            <a:endParaRPr lang="en-US" altLang="ko-KR" dirty="0"/>
          </a:p>
          <a:p>
            <a:r>
              <a:rPr lang="en-US" altLang="ko-KR" dirty="0"/>
              <a:t>15. (1232, 720) 32*16px</a:t>
            </a:r>
          </a:p>
          <a:p>
            <a:r>
              <a:rPr lang="en-US" altLang="ko-KR" dirty="0"/>
              <a:t>16, …, 21 : 15</a:t>
            </a:r>
            <a:r>
              <a:rPr lang="ko-KR" altLang="en-US" dirty="0"/>
              <a:t>에서부터 옆으로 </a:t>
            </a:r>
            <a:endParaRPr lang="en-US" altLang="ko-KR" dirty="0"/>
          </a:p>
          <a:p>
            <a:r>
              <a:rPr lang="en-US" altLang="ko-KR" dirty="0"/>
              <a:t>32px</a:t>
            </a:r>
            <a:r>
              <a:rPr lang="ko-KR" altLang="en-US" dirty="0"/>
              <a:t>씩 이동</a:t>
            </a:r>
            <a:r>
              <a:rPr lang="en-US" altLang="ko-KR" dirty="0"/>
              <a:t>, </a:t>
            </a:r>
            <a:r>
              <a:rPr lang="ko-KR" altLang="en-US" dirty="0"/>
              <a:t>크기는 같음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D00E9-FF34-D098-204F-72EBE4BB3C47}"/>
              </a:ext>
            </a:extLst>
          </p:cNvPr>
          <p:cNvSpPr txBox="1"/>
          <p:nvPr/>
        </p:nvSpPr>
        <p:spPr>
          <a:xfrm>
            <a:off x="2651760" y="5611951"/>
            <a:ext cx="49872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닭장 </a:t>
            </a:r>
            <a:r>
              <a:rPr lang="en-US" altLang="ko-KR" dirty="0"/>
              <a:t>: </a:t>
            </a:r>
            <a:r>
              <a:rPr lang="ko-KR" altLang="en-US" dirty="0"/>
              <a:t>닭장 바닥을 선택하면 모이가 떨어지게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닭장 크기 </a:t>
            </a:r>
            <a:r>
              <a:rPr lang="en-US" altLang="ko-KR" dirty="0"/>
              <a:t>: (832, 352) 432*208px</a:t>
            </a:r>
          </a:p>
          <a:p>
            <a:r>
              <a:rPr lang="ko-KR" altLang="en-US" dirty="0"/>
              <a:t>각 칸 크기 </a:t>
            </a:r>
            <a:r>
              <a:rPr lang="en-US" altLang="ko-KR" dirty="0"/>
              <a:t>16*16px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473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7DAB-BE72-7780-DF4A-4BDC51806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6F3F2ED-CDBF-B7FA-D70D-B3FBAF77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9" y="5906269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Shop.tmx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95E0A3-64C7-488A-790A-A50EAF7F1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499" y="898941"/>
            <a:ext cx="8779001" cy="50601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0CDFF0-7D52-5A9F-BB46-8C509C5E8FF7}"/>
              </a:ext>
            </a:extLst>
          </p:cNvPr>
          <p:cNvSpPr txBox="1"/>
          <p:nvPr/>
        </p:nvSpPr>
        <p:spPr>
          <a:xfrm>
            <a:off x="4347695" y="1138437"/>
            <a:ext cx="723275" cy="2290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Rice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Potato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Carrot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Strawberry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Manure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Field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Barn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Greenhouse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Chicken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Cow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Pig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sheep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DB382-2C28-8A5E-1637-5DB962498383}"/>
              </a:ext>
            </a:extLst>
          </p:cNvPr>
          <p:cNvSpPr txBox="1"/>
          <p:nvPr/>
        </p:nvSpPr>
        <p:spPr>
          <a:xfrm>
            <a:off x="5471507" y="1138437"/>
            <a:ext cx="684803" cy="2290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Wheat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Corn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Tomato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Melon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Manure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Field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Barn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Greenhouse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Chicken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Cow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Pig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sheep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1971B-C232-47B2-EC6F-E6AC4554A8C5}"/>
              </a:ext>
            </a:extLst>
          </p:cNvPr>
          <p:cNvSpPr txBox="1"/>
          <p:nvPr/>
        </p:nvSpPr>
        <p:spPr>
          <a:xfrm>
            <a:off x="6557497" y="1138437"/>
            <a:ext cx="684803" cy="2290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Grape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Eggplant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Beet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Hot pepper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Manure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Field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Barn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Greenhouse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Chicken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Cow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Pig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sheep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CCB8B2-0BF5-E027-2239-D69A1684D4D8}"/>
              </a:ext>
            </a:extLst>
          </p:cNvPr>
          <p:cNvSpPr txBox="1"/>
          <p:nvPr/>
        </p:nvSpPr>
        <p:spPr>
          <a:xfrm>
            <a:off x="7643487" y="1138437"/>
            <a:ext cx="723275" cy="37678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Rice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Potato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Carrot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Strawberry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Wheat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Corn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Tomato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Melon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Grape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Eggplant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Beet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Hot pepper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Manure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Field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Barn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Greenhouse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Chicken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Cow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Pig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sheep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BEB84-5538-F00C-3187-2053AC1D84B8}"/>
              </a:ext>
            </a:extLst>
          </p:cNvPr>
          <p:cNvSpPr txBox="1"/>
          <p:nvPr/>
        </p:nvSpPr>
        <p:spPr>
          <a:xfrm>
            <a:off x="1988234" y="2968825"/>
            <a:ext cx="537327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wheat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2F2E0E-21D2-26FB-FC56-C5476462CDA8}"/>
              </a:ext>
            </a:extLst>
          </p:cNvPr>
          <p:cNvSpPr txBox="1"/>
          <p:nvPr/>
        </p:nvSpPr>
        <p:spPr>
          <a:xfrm>
            <a:off x="2841192" y="2969020"/>
            <a:ext cx="561372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tomato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FFE503-95F8-4C19-E7DE-F45C1F7CB935}"/>
              </a:ext>
            </a:extLst>
          </p:cNvPr>
          <p:cNvSpPr txBox="1"/>
          <p:nvPr/>
        </p:nvSpPr>
        <p:spPr>
          <a:xfrm>
            <a:off x="1996248" y="3703080"/>
            <a:ext cx="521297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potato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1782E-EC0A-0A7E-C9D6-4B26790E4D70}"/>
              </a:ext>
            </a:extLst>
          </p:cNvPr>
          <p:cNvSpPr txBox="1"/>
          <p:nvPr/>
        </p:nvSpPr>
        <p:spPr>
          <a:xfrm>
            <a:off x="2841192" y="3703080"/>
            <a:ext cx="537327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carrot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7912F6-B158-8736-06A7-DD3DF4A1D5D7}"/>
              </a:ext>
            </a:extLst>
          </p:cNvPr>
          <p:cNvSpPr txBox="1"/>
          <p:nvPr/>
        </p:nvSpPr>
        <p:spPr>
          <a:xfrm>
            <a:off x="1831941" y="4436945"/>
            <a:ext cx="849913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strawberry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6B28F-052D-3CF9-FA8D-1A27E6BDCC1B}"/>
              </a:ext>
            </a:extLst>
          </p:cNvPr>
          <p:cNvSpPr txBox="1"/>
          <p:nvPr/>
        </p:nvSpPr>
        <p:spPr>
          <a:xfrm>
            <a:off x="2793103" y="4437140"/>
            <a:ext cx="657552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eggplant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BD2851-0F13-9AE2-96CD-955F6BD74DA9}"/>
              </a:ext>
            </a:extLst>
          </p:cNvPr>
          <p:cNvSpPr txBox="1"/>
          <p:nvPr/>
        </p:nvSpPr>
        <p:spPr>
          <a:xfrm>
            <a:off x="1948159" y="5171200"/>
            <a:ext cx="617477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manure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5518F5-0432-2D05-D8BE-C97BE80B6274}"/>
              </a:ext>
            </a:extLst>
          </p:cNvPr>
          <p:cNvSpPr txBox="1"/>
          <p:nvPr/>
        </p:nvSpPr>
        <p:spPr>
          <a:xfrm>
            <a:off x="2704937" y="5171200"/>
            <a:ext cx="809838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greenhouse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46B877-CE04-65B2-C99E-FED908D45745}"/>
              </a:ext>
            </a:extLst>
          </p:cNvPr>
          <p:cNvSpPr txBox="1"/>
          <p:nvPr/>
        </p:nvSpPr>
        <p:spPr>
          <a:xfrm>
            <a:off x="3566002" y="3812131"/>
            <a:ext cx="777777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Hot pepper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412E7D-65A1-D207-2979-65477C794115}"/>
              </a:ext>
            </a:extLst>
          </p:cNvPr>
          <p:cNvSpPr txBox="1"/>
          <p:nvPr/>
        </p:nvSpPr>
        <p:spPr>
          <a:xfrm>
            <a:off x="4571242" y="3812326"/>
            <a:ext cx="497252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grape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73F6AC-8802-FE0A-D5B3-FB528F6F0B47}"/>
              </a:ext>
            </a:extLst>
          </p:cNvPr>
          <p:cNvSpPr txBox="1"/>
          <p:nvPr/>
        </p:nvSpPr>
        <p:spPr>
          <a:xfrm>
            <a:off x="3710266" y="4546386"/>
            <a:ext cx="489238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sheep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26B14C-05F9-1783-C579-C3419B35204A}"/>
              </a:ext>
            </a:extLst>
          </p:cNvPr>
          <p:cNvSpPr txBox="1"/>
          <p:nvPr/>
        </p:nvSpPr>
        <p:spPr>
          <a:xfrm>
            <a:off x="4603302" y="4546386"/>
            <a:ext cx="409086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3D1470-FE5A-093A-3DFC-37B3274FFDB9}"/>
              </a:ext>
            </a:extLst>
          </p:cNvPr>
          <p:cNvSpPr txBox="1"/>
          <p:nvPr/>
        </p:nvSpPr>
        <p:spPr>
          <a:xfrm>
            <a:off x="5422450" y="3811936"/>
            <a:ext cx="513282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melon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3DE6E7-6187-9FB7-851A-B9CE797E88AF}"/>
              </a:ext>
            </a:extLst>
          </p:cNvPr>
          <p:cNvSpPr txBox="1"/>
          <p:nvPr/>
        </p:nvSpPr>
        <p:spPr>
          <a:xfrm>
            <a:off x="6339529" y="3812131"/>
            <a:ext cx="409086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beet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F24C7D-9918-F01D-BD5A-7514BBB2E8B7}"/>
              </a:ext>
            </a:extLst>
          </p:cNvPr>
          <p:cNvSpPr txBox="1"/>
          <p:nvPr/>
        </p:nvSpPr>
        <p:spPr>
          <a:xfrm>
            <a:off x="5506606" y="4546191"/>
            <a:ext cx="344967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pig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3E042B-1C9F-D991-C671-4300E600C83C}"/>
              </a:ext>
            </a:extLst>
          </p:cNvPr>
          <p:cNvSpPr txBox="1"/>
          <p:nvPr/>
        </p:nvSpPr>
        <p:spPr>
          <a:xfrm>
            <a:off x="6231326" y="4546191"/>
            <a:ext cx="601448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chicken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D004D5-4F9A-F605-0FED-EB314B6BE179}"/>
              </a:ext>
            </a:extLst>
          </p:cNvPr>
          <p:cNvSpPr txBox="1"/>
          <p:nvPr/>
        </p:nvSpPr>
        <p:spPr>
          <a:xfrm>
            <a:off x="3730305" y="5283207"/>
            <a:ext cx="449162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barn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3CB2AA-31AA-FECB-8F4C-F073DF090858}"/>
              </a:ext>
            </a:extLst>
          </p:cNvPr>
          <p:cNvSpPr txBox="1"/>
          <p:nvPr/>
        </p:nvSpPr>
        <p:spPr>
          <a:xfrm>
            <a:off x="4587270" y="5283207"/>
            <a:ext cx="441147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field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52F222-0A4E-4654-83EA-C5EE32B4103B}"/>
              </a:ext>
            </a:extLst>
          </p:cNvPr>
          <p:cNvSpPr txBox="1"/>
          <p:nvPr/>
        </p:nvSpPr>
        <p:spPr>
          <a:xfrm>
            <a:off x="5462524" y="5283012"/>
            <a:ext cx="433132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corn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CA40B6-F23E-017E-2272-4E7304E10E3F}"/>
              </a:ext>
            </a:extLst>
          </p:cNvPr>
          <p:cNvSpPr txBox="1"/>
          <p:nvPr/>
        </p:nvSpPr>
        <p:spPr>
          <a:xfrm>
            <a:off x="6335521" y="5283012"/>
            <a:ext cx="393056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rice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434A07-1DD5-8D07-812E-E28EBF657DD0}"/>
              </a:ext>
            </a:extLst>
          </p:cNvPr>
          <p:cNvSpPr txBox="1"/>
          <p:nvPr/>
        </p:nvSpPr>
        <p:spPr>
          <a:xfrm>
            <a:off x="3037720" y="2171967"/>
            <a:ext cx="729687" cy="5301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각각 금액</a:t>
            </a:r>
            <a:endParaRPr lang="en-US" altLang="ko-KR" sz="1000" dirty="0">
              <a:solidFill>
                <a:srgbClr val="FF0000"/>
              </a:solidFill>
              <a:latin typeface="ReffsPixelFont" panose="00000400000000000000" pitchFamily="2" charset="0"/>
              <a:cs typeface="ReffsPixelFont" panose="000004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표기 필요</a:t>
            </a:r>
            <a:endParaRPr lang="en-US" altLang="ko-KR" sz="1000" dirty="0">
              <a:solidFill>
                <a:srgbClr val="FF0000"/>
              </a:solidFill>
              <a:latin typeface="ReffsPixelFont" panose="00000400000000000000" pitchFamily="2" charset="0"/>
              <a:cs typeface="ReffsPixelFont" panose="000004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10F11E-2073-F807-A142-2624C689AEBA}"/>
              </a:ext>
            </a:extLst>
          </p:cNvPr>
          <p:cNvSpPr txBox="1"/>
          <p:nvPr/>
        </p:nvSpPr>
        <p:spPr>
          <a:xfrm>
            <a:off x="1776920" y="2402799"/>
            <a:ext cx="729687" cy="299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보유 금액</a:t>
            </a:r>
            <a:endParaRPr lang="en-US" altLang="ko-KR" sz="1000" dirty="0">
              <a:solidFill>
                <a:srgbClr val="FF0000"/>
              </a:solidFill>
              <a:latin typeface="ReffsPixelFont" panose="00000400000000000000" pitchFamily="2" charset="0"/>
              <a:cs typeface="ReffsPixelFont" panose="000004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A67E5E-2B33-F760-EEDA-F56239690C1D}"/>
              </a:ext>
            </a:extLst>
          </p:cNvPr>
          <p:cNvSpPr txBox="1"/>
          <p:nvPr/>
        </p:nvSpPr>
        <p:spPr>
          <a:xfrm>
            <a:off x="8628435" y="365125"/>
            <a:ext cx="34343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작동방식 </a:t>
            </a:r>
            <a:r>
              <a:rPr lang="en-US" altLang="ko-KR" dirty="0"/>
              <a:t>: </a:t>
            </a:r>
            <a:r>
              <a:rPr lang="ko-KR" altLang="en-US" dirty="0"/>
              <a:t>왼쪽 틀에서 창문 역할을 할 영역이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영역을 채우는 것 </a:t>
            </a:r>
            <a:r>
              <a:rPr lang="en-US" altLang="ko-KR" dirty="0"/>
              <a:t>- </a:t>
            </a:r>
            <a:r>
              <a:rPr lang="ko-KR" altLang="en-US" dirty="0"/>
              <a:t>왼쪽 </a:t>
            </a:r>
            <a:r>
              <a:rPr lang="en-US" altLang="ko-KR" dirty="0"/>
              <a:t>4</a:t>
            </a:r>
            <a:r>
              <a:rPr lang="ko-KR" altLang="en-US" dirty="0"/>
              <a:t>개 </a:t>
            </a:r>
            <a:r>
              <a:rPr lang="en-US" altLang="ko-KR" dirty="0"/>
              <a:t>shop</a:t>
            </a:r>
            <a:r>
              <a:rPr lang="ko-KR" altLang="en-US" dirty="0"/>
              <a:t>들</a:t>
            </a:r>
            <a:r>
              <a:rPr lang="en-US" altLang="ko-KR" dirty="0"/>
              <a:t>. </a:t>
            </a:r>
            <a:r>
              <a:rPr lang="ko-KR" altLang="en-US" dirty="0"/>
              <a:t>노란 박스처럼 슬라이드 내리면 보이는 영역이 다르게 설정</a:t>
            </a:r>
            <a:endParaRPr lang="en-US" altLang="ko-KR" dirty="0"/>
          </a:p>
          <a:p>
            <a:r>
              <a:rPr lang="ko-KR" altLang="en-US" dirty="0"/>
              <a:t>각각 봄 여름 가을 겨울 판매 상품임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</a:t>
            </a:r>
            <a:r>
              <a:rPr lang="en-US" altLang="ko-KR" dirty="0"/>
              <a:t>window</a:t>
            </a:r>
            <a:r>
              <a:rPr lang="ko-KR" altLang="en-US" dirty="0" err="1"/>
              <a:t>에보여지는</a:t>
            </a:r>
            <a:r>
              <a:rPr lang="ko-KR" altLang="en-US" dirty="0"/>
              <a:t> 것 </a:t>
            </a:r>
            <a:r>
              <a:rPr lang="en-US" altLang="ko-KR" dirty="0"/>
              <a:t>title layer </a:t>
            </a:r>
            <a:r>
              <a:rPr lang="ko-KR" altLang="en-US" dirty="0"/>
              <a:t>밑에 등장하게 해야함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수시로 바뀌는 것 말고 마켓 항목 텍스트는 수정됨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BEB62B6-D162-9621-3421-768CC89BFC26}"/>
              </a:ext>
            </a:extLst>
          </p:cNvPr>
          <p:cNvSpPr/>
          <p:nvPr/>
        </p:nvSpPr>
        <p:spPr>
          <a:xfrm>
            <a:off x="4211507" y="1455972"/>
            <a:ext cx="965883" cy="82774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64FA0BF-2E96-6D91-0E3A-2D59868AA336}"/>
              </a:ext>
            </a:extLst>
          </p:cNvPr>
          <p:cNvGrpSpPr/>
          <p:nvPr/>
        </p:nvGrpSpPr>
        <p:grpSpPr>
          <a:xfrm>
            <a:off x="129174" y="312293"/>
            <a:ext cx="1920606" cy="1341247"/>
            <a:chOff x="979466" y="3812953"/>
            <a:chExt cx="1920606" cy="134124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54B5951-9BEF-D9AA-55B3-4B0B87F72B97}"/>
                </a:ext>
              </a:extLst>
            </p:cNvPr>
            <p:cNvSpPr txBox="1"/>
            <p:nvPr/>
          </p:nvSpPr>
          <p:spPr>
            <a:xfrm>
              <a:off x="979466" y="3812953"/>
              <a:ext cx="1514389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Window</a:t>
              </a:r>
            </a:p>
            <a:p>
              <a:r>
                <a:rPr lang="en-US" altLang="ko-KR" sz="1400" dirty="0"/>
                <a:t>(32, 80)</a:t>
              </a:r>
            </a:p>
            <a:p>
              <a:r>
                <a:rPr lang="en-US" altLang="ko-KR" sz="1400" dirty="0"/>
                <a:t>size : 128*112px</a:t>
              </a: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FC1ABFEE-B36F-EF14-B0E6-A4F86BE02378}"/>
                </a:ext>
              </a:extLst>
            </p:cNvPr>
            <p:cNvCxnSpPr>
              <a:cxnSpLocks/>
            </p:cNvCxnSpPr>
            <p:nvPr/>
          </p:nvCxnSpPr>
          <p:spPr>
            <a:xfrm>
              <a:off x="2377874" y="4485790"/>
              <a:ext cx="522198" cy="66841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03E04B2-9FD5-C1E2-41E5-8940EF8FEBB8}"/>
              </a:ext>
            </a:extLst>
          </p:cNvPr>
          <p:cNvSpPr txBox="1"/>
          <p:nvPr/>
        </p:nvSpPr>
        <p:spPr>
          <a:xfrm>
            <a:off x="2566413" y="162323"/>
            <a:ext cx="1514389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봄 상점</a:t>
            </a:r>
            <a:endParaRPr lang="en-US" altLang="ko-KR" sz="1400" dirty="0"/>
          </a:p>
          <a:p>
            <a:r>
              <a:rPr lang="en-US" altLang="ko-KR" sz="1400" dirty="0"/>
              <a:t>(320, 16)</a:t>
            </a:r>
          </a:p>
          <a:p>
            <a:r>
              <a:rPr lang="en-US" altLang="ko-KR" sz="1400" dirty="0"/>
              <a:t>size : 128*304px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088083-F505-9B59-7DCC-A424C27C20B8}"/>
              </a:ext>
            </a:extLst>
          </p:cNvPr>
          <p:cNvSpPr txBox="1"/>
          <p:nvPr/>
        </p:nvSpPr>
        <p:spPr>
          <a:xfrm>
            <a:off x="3992217" y="187812"/>
            <a:ext cx="1514389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여름 상점</a:t>
            </a:r>
            <a:endParaRPr lang="en-US" altLang="ko-KR" sz="1400" dirty="0"/>
          </a:p>
          <a:p>
            <a:r>
              <a:rPr lang="en-US" altLang="ko-KR" sz="1400" dirty="0"/>
              <a:t>(464, 16)</a:t>
            </a:r>
          </a:p>
          <a:p>
            <a:r>
              <a:rPr lang="en-US" altLang="ko-KR" sz="1400" dirty="0"/>
              <a:t>size : 128*304px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7AD360-B108-D2DA-4678-1AA5CF2AA8CB}"/>
              </a:ext>
            </a:extLst>
          </p:cNvPr>
          <p:cNvSpPr txBox="1"/>
          <p:nvPr/>
        </p:nvSpPr>
        <p:spPr>
          <a:xfrm>
            <a:off x="7091029" y="216116"/>
            <a:ext cx="1514389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겨울 상점</a:t>
            </a:r>
            <a:endParaRPr lang="en-US" altLang="ko-KR" sz="1400" dirty="0"/>
          </a:p>
          <a:p>
            <a:r>
              <a:rPr lang="en-US" altLang="ko-KR" sz="1400" dirty="0"/>
              <a:t>(752, 16)</a:t>
            </a:r>
          </a:p>
          <a:p>
            <a:r>
              <a:rPr lang="en-US" altLang="ko-KR" sz="1400" dirty="0"/>
              <a:t>size : 128*496px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5FC832-EEDB-D564-1352-AB549241C866}"/>
              </a:ext>
            </a:extLst>
          </p:cNvPr>
          <p:cNvSpPr txBox="1"/>
          <p:nvPr/>
        </p:nvSpPr>
        <p:spPr>
          <a:xfrm>
            <a:off x="5605548" y="216116"/>
            <a:ext cx="1514389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가을 상점</a:t>
            </a:r>
            <a:endParaRPr lang="en-US" altLang="ko-KR" sz="1400" dirty="0"/>
          </a:p>
          <a:p>
            <a:r>
              <a:rPr lang="en-US" altLang="ko-KR" sz="1400" dirty="0"/>
              <a:t>(608, 16)</a:t>
            </a:r>
          </a:p>
          <a:p>
            <a:r>
              <a:rPr lang="en-US" altLang="ko-KR" sz="1400" dirty="0"/>
              <a:t>size : 128*304px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84F3AC7E-8903-D46D-A174-7CE1D7AC5206}"/>
              </a:ext>
            </a:extLst>
          </p:cNvPr>
          <p:cNvCxnSpPr>
            <a:cxnSpLocks/>
          </p:cNvCxnSpPr>
          <p:nvPr/>
        </p:nvCxnSpPr>
        <p:spPr>
          <a:xfrm>
            <a:off x="3424986" y="915402"/>
            <a:ext cx="723585" cy="3584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CFBFE46D-D1D7-D57D-BF20-E2D9AC998ED5}"/>
              </a:ext>
            </a:extLst>
          </p:cNvPr>
          <p:cNvCxnSpPr>
            <a:cxnSpLocks/>
          </p:cNvCxnSpPr>
          <p:nvPr/>
        </p:nvCxnSpPr>
        <p:spPr>
          <a:xfrm>
            <a:off x="4819868" y="908312"/>
            <a:ext cx="529620" cy="2967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47A0FFA-475D-24F9-C3AE-79804706D08E}"/>
              </a:ext>
            </a:extLst>
          </p:cNvPr>
          <p:cNvCxnSpPr>
            <a:cxnSpLocks/>
          </p:cNvCxnSpPr>
          <p:nvPr/>
        </p:nvCxnSpPr>
        <p:spPr>
          <a:xfrm>
            <a:off x="6168569" y="939331"/>
            <a:ext cx="277064" cy="2217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CC6239A-22D4-591E-9387-B5B1B944B685}"/>
              </a:ext>
            </a:extLst>
          </p:cNvPr>
          <p:cNvCxnSpPr>
            <a:cxnSpLocks/>
          </p:cNvCxnSpPr>
          <p:nvPr/>
        </p:nvCxnSpPr>
        <p:spPr>
          <a:xfrm>
            <a:off x="7441800" y="933585"/>
            <a:ext cx="150754" cy="3402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366E8FEA-787C-9F27-5E09-6374510F31F2}"/>
              </a:ext>
            </a:extLst>
          </p:cNvPr>
          <p:cNvGrpSpPr/>
          <p:nvPr/>
        </p:nvGrpSpPr>
        <p:grpSpPr>
          <a:xfrm>
            <a:off x="151007" y="1920695"/>
            <a:ext cx="1743929" cy="781417"/>
            <a:chOff x="979466" y="3812953"/>
            <a:chExt cx="1743929" cy="78141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4C1D14-9737-5519-7AE8-E2A92EC5204A}"/>
                </a:ext>
              </a:extLst>
            </p:cNvPr>
            <p:cNvSpPr txBox="1"/>
            <p:nvPr/>
          </p:nvSpPr>
          <p:spPr>
            <a:xfrm>
              <a:off x="979466" y="3812953"/>
              <a:ext cx="1315617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Shop info</a:t>
              </a:r>
            </a:p>
            <a:p>
              <a:r>
                <a:rPr lang="en-US" altLang="ko-KR" sz="1400" dirty="0"/>
                <a:t>(16, 224)</a:t>
              </a:r>
            </a:p>
            <a:p>
              <a:r>
                <a:rPr lang="en-US" altLang="ko-KR" sz="1400" dirty="0"/>
                <a:t>size : 96*80px</a:t>
              </a:r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79AE53E8-2B94-BC7C-0B17-0959F9BC329E}"/>
                </a:ext>
              </a:extLst>
            </p:cNvPr>
            <p:cNvCxnSpPr>
              <a:cxnSpLocks/>
            </p:cNvCxnSpPr>
            <p:nvPr/>
          </p:nvCxnSpPr>
          <p:spPr>
            <a:xfrm>
              <a:off x="2295083" y="4421652"/>
              <a:ext cx="428312" cy="17271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왼쪽 대괄호 47">
            <a:extLst>
              <a:ext uri="{FF2B5EF4-FFF2-40B4-BE49-F238E27FC236}">
                <a16:creationId xmlns:a16="http://schemas.microsoft.com/office/drawing/2014/main" id="{290D96F5-205B-9E3D-E59F-8EBAC09943A7}"/>
              </a:ext>
            </a:extLst>
          </p:cNvPr>
          <p:cNvSpPr/>
          <p:nvPr/>
        </p:nvSpPr>
        <p:spPr>
          <a:xfrm>
            <a:off x="1694240" y="2712444"/>
            <a:ext cx="193615" cy="708110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099056-1197-C624-5BA4-C0E694577FB8}"/>
              </a:ext>
            </a:extLst>
          </p:cNvPr>
          <p:cNvSpPr txBox="1"/>
          <p:nvPr/>
        </p:nvSpPr>
        <p:spPr>
          <a:xfrm>
            <a:off x="1046375" y="2907663"/>
            <a:ext cx="6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96px</a:t>
            </a:r>
            <a:endParaRPr lang="ko-KR" altLang="en-US" dirty="0"/>
          </a:p>
        </p:txBody>
      </p:sp>
      <p:sp>
        <p:nvSpPr>
          <p:cNvPr id="51" name="왼쪽 대괄호 50">
            <a:extLst>
              <a:ext uri="{FF2B5EF4-FFF2-40B4-BE49-F238E27FC236}">
                <a16:creationId xmlns:a16="http://schemas.microsoft.com/office/drawing/2014/main" id="{DFF41BBF-9711-DC9A-B5CC-5F05264C5F4B}"/>
              </a:ext>
            </a:extLst>
          </p:cNvPr>
          <p:cNvSpPr/>
          <p:nvPr/>
        </p:nvSpPr>
        <p:spPr>
          <a:xfrm>
            <a:off x="1701321" y="3413241"/>
            <a:ext cx="193615" cy="742648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77562B-889F-6EA9-D0EC-4CBDB12A3743}"/>
              </a:ext>
            </a:extLst>
          </p:cNvPr>
          <p:cNvSpPr txBox="1"/>
          <p:nvPr/>
        </p:nvSpPr>
        <p:spPr>
          <a:xfrm>
            <a:off x="1033517" y="3634338"/>
            <a:ext cx="6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96px</a:t>
            </a:r>
            <a:endParaRPr lang="ko-KR" altLang="en-US" dirty="0"/>
          </a:p>
        </p:txBody>
      </p:sp>
      <p:sp>
        <p:nvSpPr>
          <p:cNvPr id="53" name="왼쪽 대괄호 52">
            <a:extLst>
              <a:ext uri="{FF2B5EF4-FFF2-40B4-BE49-F238E27FC236}">
                <a16:creationId xmlns:a16="http://schemas.microsoft.com/office/drawing/2014/main" id="{9B643C12-EF54-0445-7033-D2695EC5B5EA}"/>
              </a:ext>
            </a:extLst>
          </p:cNvPr>
          <p:cNvSpPr/>
          <p:nvPr/>
        </p:nvSpPr>
        <p:spPr>
          <a:xfrm>
            <a:off x="1701321" y="4155889"/>
            <a:ext cx="193615" cy="743689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8A6391-75D4-DB7C-EC19-9D41DE2595E9}"/>
              </a:ext>
            </a:extLst>
          </p:cNvPr>
          <p:cNvSpPr txBox="1"/>
          <p:nvPr/>
        </p:nvSpPr>
        <p:spPr>
          <a:xfrm>
            <a:off x="1033517" y="4381939"/>
            <a:ext cx="6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96px</a:t>
            </a:r>
            <a:endParaRPr lang="ko-KR" altLang="en-US" dirty="0"/>
          </a:p>
        </p:txBody>
      </p:sp>
      <p:sp>
        <p:nvSpPr>
          <p:cNvPr id="55" name="왼쪽 대괄호 54">
            <a:extLst>
              <a:ext uri="{FF2B5EF4-FFF2-40B4-BE49-F238E27FC236}">
                <a16:creationId xmlns:a16="http://schemas.microsoft.com/office/drawing/2014/main" id="{2B6F236D-C3DE-2075-060D-15FB8366B844}"/>
              </a:ext>
            </a:extLst>
          </p:cNvPr>
          <p:cNvSpPr/>
          <p:nvPr/>
        </p:nvSpPr>
        <p:spPr>
          <a:xfrm rot="16200000">
            <a:off x="2216005" y="5296603"/>
            <a:ext cx="193615" cy="849914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0000"/>
              </a:highlight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DDCD19-833E-63A1-8901-F82CBF9608F5}"/>
              </a:ext>
            </a:extLst>
          </p:cNvPr>
          <p:cNvSpPr txBox="1"/>
          <p:nvPr/>
        </p:nvSpPr>
        <p:spPr>
          <a:xfrm>
            <a:off x="1906679" y="5806169"/>
            <a:ext cx="806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112px</a:t>
            </a:r>
            <a:endParaRPr lang="ko-KR" altLang="en-US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F830145-55F1-C628-54A8-8BD071219CF0}"/>
              </a:ext>
            </a:extLst>
          </p:cNvPr>
          <p:cNvGrpSpPr/>
          <p:nvPr/>
        </p:nvGrpSpPr>
        <p:grpSpPr>
          <a:xfrm>
            <a:off x="2639268" y="3594770"/>
            <a:ext cx="1315617" cy="3125996"/>
            <a:chOff x="13175" y="1465125"/>
            <a:chExt cx="1315617" cy="312599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57A0040-C41B-E30F-1B08-EEC83F00E903}"/>
                </a:ext>
              </a:extLst>
            </p:cNvPr>
            <p:cNvSpPr txBox="1"/>
            <p:nvPr/>
          </p:nvSpPr>
          <p:spPr>
            <a:xfrm>
              <a:off x="13175" y="3852457"/>
              <a:ext cx="1315617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Shop info</a:t>
              </a:r>
            </a:p>
            <a:p>
              <a:r>
                <a:rPr lang="en-US" altLang="ko-KR" sz="1400" dirty="0"/>
                <a:t>(240, 336)</a:t>
              </a:r>
            </a:p>
            <a:p>
              <a:r>
                <a:rPr lang="en-US" altLang="ko-KR" sz="1400" dirty="0"/>
                <a:t>size : 96*80px</a:t>
              </a: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801794E1-565A-2288-B380-E2711E698F75}"/>
                </a:ext>
              </a:extLst>
            </p:cNvPr>
            <p:cNvCxnSpPr>
              <a:cxnSpLocks/>
              <a:stCxn id="60" idx="0"/>
            </p:cNvCxnSpPr>
            <p:nvPr/>
          </p:nvCxnSpPr>
          <p:spPr>
            <a:xfrm flipV="1">
              <a:off x="670984" y="1465125"/>
              <a:ext cx="308482" cy="238733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7947532-9702-8846-E12A-33171B3B8D77}"/>
              </a:ext>
            </a:extLst>
          </p:cNvPr>
          <p:cNvSpPr txBox="1"/>
          <p:nvPr/>
        </p:nvSpPr>
        <p:spPr>
          <a:xfrm>
            <a:off x="4439013" y="5927424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이하</a:t>
            </a:r>
            <a:r>
              <a:rPr lang="en-US" altLang="ko-KR" dirty="0"/>
              <a:t> </a:t>
            </a:r>
            <a:r>
              <a:rPr lang="ko-KR" altLang="en-US" dirty="0"/>
              <a:t>간격 동일함</a:t>
            </a: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7381472-ED87-A384-C6B1-9589A6B9E459}"/>
              </a:ext>
            </a:extLst>
          </p:cNvPr>
          <p:cNvGrpSpPr/>
          <p:nvPr/>
        </p:nvGrpSpPr>
        <p:grpSpPr>
          <a:xfrm>
            <a:off x="6832774" y="5624752"/>
            <a:ext cx="3759022" cy="868084"/>
            <a:chOff x="890936" y="3683533"/>
            <a:chExt cx="3759022" cy="868084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2B45F5F-11D1-FEA0-EE6C-0FD2B0304880}"/>
                </a:ext>
              </a:extLst>
            </p:cNvPr>
            <p:cNvSpPr txBox="1"/>
            <p:nvPr/>
          </p:nvSpPr>
          <p:spPr>
            <a:xfrm>
              <a:off x="979466" y="3812953"/>
              <a:ext cx="3670492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Textbox</a:t>
              </a:r>
              <a:r>
                <a:rPr lang="ko-KR" altLang="en-US" sz="1400" dirty="0"/>
                <a:t>는 </a:t>
              </a:r>
              <a:r>
                <a:rPr lang="en-US" altLang="ko-KR" sz="1400" dirty="0"/>
                <a:t>shop info box </a:t>
              </a:r>
              <a:r>
                <a:rPr lang="ko-KR" altLang="en-US" sz="1400" dirty="0"/>
                <a:t>왼쪽상단으로부터</a:t>
              </a:r>
              <a:endParaRPr lang="en-US" altLang="ko-KR" sz="1400" dirty="0"/>
            </a:p>
            <a:p>
              <a:r>
                <a:rPr lang="en-US" altLang="ko-KR" sz="1400" dirty="0"/>
                <a:t>(16, 48) </a:t>
              </a:r>
              <a:r>
                <a:rPr lang="ko-KR" altLang="en-US" sz="1400" dirty="0"/>
                <a:t>만큼 떨어져 있음</a:t>
              </a:r>
              <a:endParaRPr lang="en-US" altLang="ko-KR" sz="1400" dirty="0"/>
            </a:p>
            <a:p>
              <a:r>
                <a:rPr lang="en-US" altLang="ko-KR" sz="1400" dirty="0"/>
                <a:t>Size : 64*32px</a:t>
              </a:r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51096B26-ABC3-3997-26BE-33EAAF6A9A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0936" y="3683533"/>
              <a:ext cx="88530" cy="18141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C3AF7BDA-D613-D011-3B00-BC097AB07120}"/>
              </a:ext>
            </a:extLst>
          </p:cNvPr>
          <p:cNvSpPr txBox="1"/>
          <p:nvPr/>
        </p:nvSpPr>
        <p:spPr>
          <a:xfrm>
            <a:off x="2623891" y="1266994"/>
            <a:ext cx="641522" cy="300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MARKET</a:t>
            </a:r>
          </a:p>
        </p:txBody>
      </p:sp>
    </p:spTree>
    <p:extLst>
      <p:ext uri="{BB962C8B-B14F-4D97-AF65-F5344CB8AC3E}">
        <p14:creationId xmlns:p14="http://schemas.microsoft.com/office/powerpoint/2010/main" val="298103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A8619-99C4-4F4D-720A-7F6D0036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D439EA-AFB9-1AC8-DE4D-C81DC5A15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" t="3004" r="70919" b="62409"/>
          <a:stretch>
            <a:fillRect/>
          </a:stretch>
        </p:blipFill>
        <p:spPr>
          <a:xfrm>
            <a:off x="3767407" y="412316"/>
            <a:ext cx="4279209" cy="3016684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1AA34393-BB83-CAE6-42D0-0D53F7A76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9" y="5906269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Shop.tmx</a:t>
            </a:r>
            <a:endParaRPr lang="ko-KR" alt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D13B8A-932F-9AC3-09A0-81DDA9662DE2}"/>
              </a:ext>
            </a:extLst>
          </p:cNvPr>
          <p:cNvSpPr txBox="1"/>
          <p:nvPr/>
        </p:nvSpPr>
        <p:spPr>
          <a:xfrm>
            <a:off x="3114453" y="3979190"/>
            <a:ext cx="1527542" cy="299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물건 금액</a:t>
            </a: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표기 필요</a:t>
            </a:r>
            <a:endParaRPr lang="en-US" altLang="ko-KR" sz="1000" dirty="0">
              <a:solidFill>
                <a:srgbClr val="FF0000"/>
              </a:solidFill>
              <a:latin typeface="ReffsPixelFont" panose="00000400000000000000" pitchFamily="2" charset="0"/>
              <a:cs typeface="ReffsPixelFont" panose="000004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DD5EC0-6CBA-E7A8-5645-7AF9B68C1E02}"/>
              </a:ext>
            </a:extLst>
          </p:cNvPr>
          <p:cNvSpPr txBox="1"/>
          <p:nvPr/>
        </p:nvSpPr>
        <p:spPr>
          <a:xfrm>
            <a:off x="1814063" y="2967184"/>
            <a:ext cx="729687" cy="299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보유 금액</a:t>
            </a:r>
            <a:endParaRPr lang="en-US" altLang="ko-KR" sz="1000" dirty="0">
              <a:solidFill>
                <a:srgbClr val="FF0000"/>
              </a:solidFill>
              <a:latin typeface="ReffsPixelFont" panose="00000400000000000000" pitchFamily="2" charset="0"/>
              <a:cs typeface="ReffsPixelFont" panose="00000400000000000000" pitchFamily="2" charset="0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0EF6CF4-2771-22EF-A884-2F4A1F539F68}"/>
              </a:ext>
            </a:extLst>
          </p:cNvPr>
          <p:cNvGrpSpPr/>
          <p:nvPr/>
        </p:nvGrpSpPr>
        <p:grpSpPr>
          <a:xfrm>
            <a:off x="1571324" y="2967185"/>
            <a:ext cx="2611570" cy="885931"/>
            <a:chOff x="2421615" y="6370319"/>
            <a:chExt cx="2789303" cy="112413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BC5310D-8F8A-3CFF-1A90-9999E93C4926}"/>
                </a:ext>
              </a:extLst>
            </p:cNvPr>
            <p:cNvSpPr txBox="1"/>
            <p:nvPr/>
          </p:nvSpPr>
          <p:spPr>
            <a:xfrm>
              <a:off x="2421615" y="6830554"/>
              <a:ext cx="1405153" cy="6639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(40, 196)</a:t>
              </a:r>
            </a:p>
            <a:p>
              <a:r>
                <a:rPr lang="en-US" altLang="ko-KR" sz="1400" dirty="0"/>
                <a:t>size : 48*16px</a:t>
              </a: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DBD000E6-C83F-42E3-D137-5DB0703F67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1832" y="6370319"/>
              <a:ext cx="1239086" cy="6492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AB315C5-1509-3E22-B228-2A2CF1E012E1}"/>
              </a:ext>
            </a:extLst>
          </p:cNvPr>
          <p:cNvGrpSpPr/>
          <p:nvPr/>
        </p:nvGrpSpPr>
        <p:grpSpPr>
          <a:xfrm>
            <a:off x="3258466" y="2559825"/>
            <a:ext cx="2837533" cy="2305297"/>
            <a:chOff x="2421615" y="4569321"/>
            <a:chExt cx="3030645" cy="292513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C089D25-F24F-56CE-785B-BE6466294695}"/>
                </a:ext>
              </a:extLst>
            </p:cNvPr>
            <p:cNvSpPr txBox="1"/>
            <p:nvPr/>
          </p:nvSpPr>
          <p:spPr>
            <a:xfrm>
              <a:off x="2421615" y="6830554"/>
              <a:ext cx="1405153" cy="6639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(183, 170)</a:t>
              </a:r>
            </a:p>
            <a:p>
              <a:r>
                <a:rPr lang="en-US" altLang="ko-KR" sz="1400" dirty="0"/>
                <a:t>size : 66*17px</a:t>
              </a: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D6D5D53D-BAF2-FC62-0643-371FFC09A2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9866" y="4569321"/>
              <a:ext cx="1752394" cy="179778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DDED48C-304A-7A11-D4B3-BF0E759E3A5D}"/>
              </a:ext>
            </a:extLst>
          </p:cNvPr>
          <p:cNvGrpSpPr/>
          <p:nvPr/>
        </p:nvGrpSpPr>
        <p:grpSpPr>
          <a:xfrm>
            <a:off x="7744229" y="321159"/>
            <a:ext cx="2061777" cy="738664"/>
            <a:chOff x="1638612" y="7145402"/>
            <a:chExt cx="2202095" cy="937273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3DD69A9-1B61-7233-7424-37057CD989E9}"/>
                </a:ext>
              </a:extLst>
            </p:cNvPr>
            <p:cNvSpPr txBox="1"/>
            <p:nvPr/>
          </p:nvSpPr>
          <p:spPr>
            <a:xfrm>
              <a:off x="2415008" y="7145402"/>
              <a:ext cx="1425699" cy="93727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슬라이더</a:t>
              </a:r>
              <a:endParaRPr lang="en-US" altLang="ko-KR" sz="1400" dirty="0"/>
            </a:p>
            <a:p>
              <a:r>
                <a:rPr lang="en-US" altLang="ko-KR" sz="1400" dirty="0"/>
                <a:t>(288, 48)</a:t>
              </a:r>
            </a:p>
            <a:p>
              <a:r>
                <a:rPr lang="en-US" altLang="ko-KR" sz="1400" dirty="0"/>
                <a:t>Size : 16*16px</a:t>
              </a: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14EC54C1-A5EA-2426-D71F-FB67316830A2}"/>
                </a:ext>
              </a:extLst>
            </p:cNvPr>
            <p:cNvCxnSpPr>
              <a:cxnSpLocks/>
              <a:stCxn id="52" idx="1"/>
            </p:cNvCxnSpPr>
            <p:nvPr/>
          </p:nvCxnSpPr>
          <p:spPr>
            <a:xfrm flipH="1">
              <a:off x="1638612" y="7614038"/>
              <a:ext cx="776396" cy="44287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6FB1231B-50D8-7DA7-CDE8-CDA7582CF3F7}"/>
              </a:ext>
            </a:extLst>
          </p:cNvPr>
          <p:cNvSpPr txBox="1"/>
          <p:nvPr/>
        </p:nvSpPr>
        <p:spPr>
          <a:xfrm>
            <a:off x="5161074" y="799960"/>
            <a:ext cx="1189749" cy="551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2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MARKET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5495828-F7CF-B7CA-7193-2348C66AFAB7}"/>
              </a:ext>
            </a:extLst>
          </p:cNvPr>
          <p:cNvGrpSpPr/>
          <p:nvPr/>
        </p:nvGrpSpPr>
        <p:grpSpPr>
          <a:xfrm>
            <a:off x="1083927" y="373834"/>
            <a:ext cx="4937493" cy="977435"/>
            <a:chOff x="2415008" y="7145402"/>
            <a:chExt cx="5273524" cy="1240243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CE6C9FA-6756-6C28-AA14-A9BC3EEB74FD}"/>
                </a:ext>
              </a:extLst>
            </p:cNvPr>
            <p:cNvSpPr txBox="1"/>
            <p:nvPr/>
          </p:nvSpPr>
          <p:spPr>
            <a:xfrm>
              <a:off x="2415008" y="7145402"/>
              <a:ext cx="3023908" cy="93727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구매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항목에 대한 그림 들어갈 곳</a:t>
              </a:r>
              <a:endParaRPr lang="en-US" altLang="ko-KR" sz="1400" dirty="0"/>
            </a:p>
            <a:p>
              <a:r>
                <a:rPr lang="en-US" altLang="ko-KR" sz="1400" dirty="0"/>
                <a:t>(176, 80)</a:t>
              </a:r>
            </a:p>
            <a:p>
              <a:r>
                <a:rPr lang="en-US" altLang="ko-KR" sz="1400" dirty="0"/>
                <a:t>size : 96*80px</a:t>
              </a:r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79DBC5B3-EEEE-24DD-B668-218B923922AA}"/>
                </a:ext>
              </a:extLst>
            </p:cNvPr>
            <p:cNvCxnSpPr>
              <a:cxnSpLocks/>
            </p:cNvCxnSpPr>
            <p:nvPr/>
          </p:nvCxnSpPr>
          <p:spPr>
            <a:xfrm>
              <a:off x="4340729" y="7686107"/>
              <a:ext cx="3347803" cy="69953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1E62982-6901-DEC0-1BDB-99EFECDFBBCC}"/>
              </a:ext>
            </a:extLst>
          </p:cNvPr>
          <p:cNvGrpSpPr/>
          <p:nvPr/>
        </p:nvGrpSpPr>
        <p:grpSpPr>
          <a:xfrm>
            <a:off x="6021420" y="1815185"/>
            <a:ext cx="5112469" cy="1169551"/>
            <a:chOff x="-730300" y="7145402"/>
            <a:chExt cx="5460408" cy="148401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A2B8EEF-18AE-DCDD-4D1E-4A06F768880E}"/>
                </a:ext>
              </a:extLst>
            </p:cNvPr>
            <p:cNvSpPr txBox="1"/>
            <p:nvPr/>
          </p:nvSpPr>
          <p:spPr>
            <a:xfrm>
              <a:off x="2415008" y="7145402"/>
              <a:ext cx="2315100" cy="148401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슬라이더 들어갈 위치</a:t>
              </a:r>
              <a:endParaRPr lang="en-US" altLang="ko-KR" sz="1400" dirty="0"/>
            </a:p>
            <a:p>
              <a:r>
                <a:rPr lang="en-US" altLang="ko-KR" sz="1400" dirty="0"/>
                <a:t>(160, 80)</a:t>
              </a:r>
            </a:p>
            <a:p>
              <a:r>
                <a:rPr lang="en-US" altLang="ko-KR" sz="1400" dirty="0"/>
                <a:t>Size : 16*96px</a:t>
              </a:r>
            </a:p>
            <a:p>
              <a:r>
                <a:rPr lang="en-US" altLang="ko-KR" sz="1400" dirty="0"/>
                <a:t>=&gt; </a:t>
              </a:r>
              <a:r>
                <a:rPr lang="ko-KR" altLang="en-US" sz="1400" dirty="0"/>
                <a:t>목록 길이 비례하게</a:t>
              </a:r>
              <a:endParaRPr lang="en-US" altLang="ko-KR" sz="1400" dirty="0"/>
            </a:p>
            <a:p>
              <a:r>
                <a:rPr lang="ko-KR" altLang="en-US" sz="1400" dirty="0"/>
                <a:t>칸 내려가게 설정해야 함</a:t>
              </a:r>
              <a:endParaRPr lang="en-US" altLang="ko-KR" sz="1400" dirty="0"/>
            </a:p>
          </p:txBody>
        </p: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427BECBF-FB42-7755-D278-20A002903046}"/>
                </a:ext>
              </a:extLst>
            </p:cNvPr>
            <p:cNvCxnSpPr>
              <a:cxnSpLocks/>
              <a:stCxn id="70" idx="1"/>
            </p:cNvCxnSpPr>
            <p:nvPr/>
          </p:nvCxnSpPr>
          <p:spPr>
            <a:xfrm flipH="1" flipV="1">
              <a:off x="-730300" y="7246030"/>
              <a:ext cx="3145308" cy="64138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3702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CE4C-930D-F9B0-8776-F0C441A5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E13DD8D-BECA-6EA1-F32B-707A6834C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9" y="5906269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Shop.tmx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5981DA-9F46-F395-3018-B0F57644D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32" t="3005" r="21929" b="18568"/>
          <a:stretch>
            <a:fillRect/>
          </a:stretch>
        </p:blipFill>
        <p:spPr>
          <a:xfrm>
            <a:off x="2256817" y="583660"/>
            <a:ext cx="6946757" cy="6201341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24C74031-5483-7A44-BBA5-5A0D52EB044E}"/>
              </a:ext>
            </a:extLst>
          </p:cNvPr>
          <p:cNvGrpSpPr/>
          <p:nvPr/>
        </p:nvGrpSpPr>
        <p:grpSpPr>
          <a:xfrm>
            <a:off x="129174" y="312293"/>
            <a:ext cx="2691406" cy="738664"/>
            <a:chOff x="979466" y="3812953"/>
            <a:chExt cx="2691406" cy="73866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4EC0F3-FD55-A7ED-AE4E-4CA88B05234E}"/>
                </a:ext>
              </a:extLst>
            </p:cNvPr>
            <p:cNvSpPr txBox="1"/>
            <p:nvPr/>
          </p:nvSpPr>
          <p:spPr>
            <a:xfrm>
              <a:off x="979466" y="3812953"/>
              <a:ext cx="1315617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이름적는</a:t>
              </a:r>
              <a:r>
                <a:rPr lang="ko-KR" altLang="en-US" sz="1400" dirty="0"/>
                <a:t> 칸</a:t>
              </a:r>
              <a:endParaRPr lang="en-US" altLang="ko-KR" sz="1400" dirty="0"/>
            </a:p>
            <a:p>
              <a:r>
                <a:rPr lang="en-US" altLang="ko-KR" sz="1400" dirty="0"/>
                <a:t>(356, 32)</a:t>
              </a:r>
            </a:p>
            <a:p>
              <a:r>
                <a:rPr lang="en-US" altLang="ko-KR" sz="1400" dirty="0"/>
                <a:t>size : 60*16px</a:t>
              </a: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1530C4AA-D8CE-E856-1AA2-CF77D35D1944}"/>
                </a:ext>
              </a:extLst>
            </p:cNvPr>
            <p:cNvCxnSpPr>
              <a:cxnSpLocks/>
            </p:cNvCxnSpPr>
            <p:nvPr/>
          </p:nvCxnSpPr>
          <p:spPr>
            <a:xfrm>
              <a:off x="2170504" y="4084320"/>
              <a:ext cx="1500368" cy="27359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FAB90F9-4B3A-D42A-927A-C2F4D89B0324}"/>
              </a:ext>
            </a:extLst>
          </p:cNvPr>
          <p:cNvGrpSpPr/>
          <p:nvPr/>
        </p:nvGrpSpPr>
        <p:grpSpPr>
          <a:xfrm>
            <a:off x="129174" y="885217"/>
            <a:ext cx="3385600" cy="1456276"/>
            <a:chOff x="979466" y="3095341"/>
            <a:chExt cx="3385600" cy="145627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ECAB367-BC88-0F7C-AA07-3448D15C6871}"/>
                </a:ext>
              </a:extLst>
            </p:cNvPr>
            <p:cNvSpPr txBox="1"/>
            <p:nvPr/>
          </p:nvSpPr>
          <p:spPr>
            <a:xfrm>
              <a:off x="979466" y="3812953"/>
              <a:ext cx="1334853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쇼핑버튼</a:t>
              </a:r>
              <a:endParaRPr lang="en-US" altLang="ko-KR" sz="1400" dirty="0"/>
            </a:p>
            <a:p>
              <a:r>
                <a:rPr lang="en-US" altLang="ko-KR" sz="1400" dirty="0"/>
                <a:t>(416, 32)</a:t>
              </a:r>
            </a:p>
            <a:p>
              <a:r>
                <a:rPr lang="en-US" altLang="ko-KR" sz="1400" dirty="0"/>
                <a:t>Size : 16*16px</a:t>
              </a: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F25F593A-CA3B-9C4E-3FCE-6C7EA39EFD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8428" y="3095341"/>
              <a:ext cx="2376638" cy="9617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왼쪽 대괄호 49">
            <a:extLst>
              <a:ext uri="{FF2B5EF4-FFF2-40B4-BE49-F238E27FC236}">
                <a16:creationId xmlns:a16="http://schemas.microsoft.com/office/drawing/2014/main" id="{864575E8-000C-E3E4-5A93-002E8B6E51D1}"/>
              </a:ext>
            </a:extLst>
          </p:cNvPr>
          <p:cNvSpPr/>
          <p:nvPr/>
        </p:nvSpPr>
        <p:spPr>
          <a:xfrm>
            <a:off x="2453753" y="857251"/>
            <a:ext cx="118760" cy="276224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4761AA-F002-86C1-BCB2-241879BCA27B}"/>
              </a:ext>
            </a:extLst>
          </p:cNvPr>
          <p:cNvSpPr txBox="1"/>
          <p:nvPr/>
        </p:nvSpPr>
        <p:spPr>
          <a:xfrm>
            <a:off x="1773567" y="755759"/>
            <a:ext cx="6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24px</a:t>
            </a:r>
            <a:endParaRPr lang="ko-KR" altLang="en-US" dirty="0"/>
          </a:p>
        </p:txBody>
      </p:sp>
      <p:sp>
        <p:nvSpPr>
          <p:cNvPr id="52" name="왼쪽 대괄호 51">
            <a:extLst>
              <a:ext uri="{FF2B5EF4-FFF2-40B4-BE49-F238E27FC236}">
                <a16:creationId xmlns:a16="http://schemas.microsoft.com/office/drawing/2014/main" id="{38E26975-1611-A601-2D22-72ADC68D6250}"/>
              </a:ext>
            </a:extLst>
          </p:cNvPr>
          <p:cNvSpPr/>
          <p:nvPr/>
        </p:nvSpPr>
        <p:spPr>
          <a:xfrm rot="5400000">
            <a:off x="3617860" y="-160281"/>
            <a:ext cx="118760" cy="1713320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820092-DD6A-BDEE-F3F3-132206DECCEC}"/>
              </a:ext>
            </a:extLst>
          </p:cNvPr>
          <p:cNvSpPr txBox="1"/>
          <p:nvPr/>
        </p:nvSpPr>
        <p:spPr>
          <a:xfrm>
            <a:off x="3318329" y="287612"/>
            <a:ext cx="806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144px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A4767B-61F2-461E-E1EB-F5AC85FD4828}"/>
              </a:ext>
            </a:extLst>
          </p:cNvPr>
          <p:cNvSpPr txBox="1"/>
          <p:nvPr/>
        </p:nvSpPr>
        <p:spPr>
          <a:xfrm>
            <a:off x="4705169" y="244645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이하</a:t>
            </a:r>
            <a:r>
              <a:rPr lang="en-US" altLang="ko-KR" dirty="0"/>
              <a:t> </a:t>
            </a:r>
            <a:r>
              <a:rPr lang="ko-KR" altLang="en-US" dirty="0"/>
              <a:t>간격 동일</a:t>
            </a:r>
          </a:p>
        </p:txBody>
      </p:sp>
    </p:spTree>
    <p:extLst>
      <p:ext uri="{BB962C8B-B14F-4D97-AF65-F5344CB8AC3E}">
        <p14:creationId xmlns:p14="http://schemas.microsoft.com/office/powerpoint/2010/main" val="4223662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A66A-87E7-183F-4872-1BC9BAE9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531CF4E-2ADD-E83C-859A-22C2A31D5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57" y="209482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Player_house.tmx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97DA91-72D5-2051-F5DF-B4AF06C87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552" y="2307587"/>
            <a:ext cx="3349584" cy="301462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D06C8264-2A7F-AC93-A8E5-9994582199B3}"/>
              </a:ext>
            </a:extLst>
          </p:cNvPr>
          <p:cNvGrpSpPr/>
          <p:nvPr/>
        </p:nvGrpSpPr>
        <p:grpSpPr>
          <a:xfrm>
            <a:off x="535021" y="2720258"/>
            <a:ext cx="4426085" cy="738664"/>
            <a:chOff x="2415008" y="7145402"/>
            <a:chExt cx="4727311" cy="93727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3E86723-617C-5D0D-D923-8904D19ADD39}"/>
                </a:ext>
              </a:extLst>
            </p:cNvPr>
            <p:cNvSpPr txBox="1"/>
            <p:nvPr/>
          </p:nvSpPr>
          <p:spPr>
            <a:xfrm>
              <a:off x="2415008" y="7145402"/>
              <a:ext cx="1405154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침대 좌표</a:t>
              </a:r>
              <a:endParaRPr lang="en-US" altLang="ko-KR" sz="1400" dirty="0"/>
            </a:p>
            <a:p>
              <a:r>
                <a:rPr lang="en-US" altLang="ko-KR" sz="1400" dirty="0"/>
                <a:t>(19, 45)</a:t>
              </a:r>
            </a:p>
            <a:p>
              <a:r>
                <a:rPr lang="en-US" altLang="ko-KR" sz="1400" dirty="0"/>
                <a:t>size : 25*39px</a:t>
              </a:r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E07AD28E-BDFE-4CE6-0925-D0AD61ABD6C0}"/>
                </a:ext>
              </a:extLst>
            </p:cNvPr>
            <p:cNvCxnSpPr>
              <a:cxnSpLocks/>
            </p:cNvCxnSpPr>
            <p:nvPr/>
          </p:nvCxnSpPr>
          <p:spPr>
            <a:xfrm>
              <a:off x="3820162" y="7507781"/>
              <a:ext cx="3322157" cy="40732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3C29132-238C-ED10-7288-A92A577D387F}"/>
              </a:ext>
            </a:extLst>
          </p:cNvPr>
          <p:cNvGrpSpPr/>
          <p:nvPr/>
        </p:nvGrpSpPr>
        <p:grpSpPr>
          <a:xfrm>
            <a:off x="6877455" y="797126"/>
            <a:ext cx="2080860" cy="2023896"/>
            <a:chOff x="1597685" y="7145402"/>
            <a:chExt cx="2222477" cy="256807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3407FA-A0DA-9AC1-17F2-98C82B943C8A}"/>
                </a:ext>
              </a:extLst>
            </p:cNvPr>
            <p:cNvSpPr txBox="1"/>
            <p:nvPr/>
          </p:nvSpPr>
          <p:spPr>
            <a:xfrm>
              <a:off x="2415008" y="7145402"/>
              <a:ext cx="1405154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게임기 좌표</a:t>
              </a:r>
              <a:endParaRPr lang="en-US" altLang="ko-KR" sz="1400" dirty="0"/>
            </a:p>
            <a:p>
              <a:r>
                <a:rPr lang="en-US" altLang="ko-KR" sz="1400" dirty="0"/>
                <a:t>(96, 25)</a:t>
              </a:r>
            </a:p>
            <a:p>
              <a:r>
                <a:rPr lang="en-US" altLang="ko-KR" sz="1400" dirty="0"/>
                <a:t>size : 16*34px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6403C6B2-0F6E-260A-F8D2-F232054ED378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1597685" y="8082674"/>
              <a:ext cx="1519901" cy="16307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9755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F1D0E-7A01-336D-DF6D-E710A5ED7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28B854E-9725-799E-A2C2-EEBCD304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Sleep_q.tmx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E6F317D-277D-1F4D-88D7-2CA834667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444" y="1737824"/>
            <a:ext cx="3543416" cy="33823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7A90E3-FE0D-6E6E-94AC-57584CE6AA32}"/>
              </a:ext>
            </a:extLst>
          </p:cNvPr>
          <p:cNvSpPr txBox="1"/>
          <p:nvPr/>
        </p:nvSpPr>
        <p:spPr>
          <a:xfrm>
            <a:off x="4829395" y="1958200"/>
            <a:ext cx="2218876" cy="467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Sleep</a:t>
            </a:r>
            <a:r>
              <a:rPr lang="ko-KR" altLang="en-US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until</a:t>
            </a:r>
            <a:r>
              <a:rPr lang="ko-KR" altLang="en-US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morning?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EB3DB00-E84E-357F-EE0B-643240134D96}"/>
              </a:ext>
            </a:extLst>
          </p:cNvPr>
          <p:cNvGrpSpPr/>
          <p:nvPr/>
        </p:nvGrpSpPr>
        <p:grpSpPr>
          <a:xfrm>
            <a:off x="1009583" y="1219536"/>
            <a:ext cx="3470861" cy="738664"/>
            <a:chOff x="2415008" y="7145402"/>
            <a:chExt cx="3707077" cy="9372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1665FA-7B62-2042-AC40-B07B4B41C8B1}"/>
                </a:ext>
              </a:extLst>
            </p:cNvPr>
            <p:cNvSpPr txBox="1"/>
            <p:nvPr/>
          </p:nvSpPr>
          <p:spPr>
            <a:xfrm>
              <a:off x="2415008" y="7145402"/>
              <a:ext cx="1617454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박스 좌표</a:t>
              </a:r>
              <a:endParaRPr lang="en-US" altLang="ko-KR" sz="1400" dirty="0"/>
            </a:p>
            <a:p>
              <a:r>
                <a:rPr lang="en-US" altLang="ko-KR" sz="1400" dirty="0"/>
                <a:t>(0, 0)</a:t>
              </a:r>
            </a:p>
            <a:p>
              <a:r>
                <a:rPr lang="en-US" altLang="ko-KR" sz="1400" dirty="0"/>
                <a:t>size : 288*144px</a:t>
              </a: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4EAE8616-9DD4-DF76-3835-D9D3CAAD17B3}"/>
                </a:ext>
              </a:extLst>
            </p:cNvPr>
            <p:cNvCxnSpPr>
              <a:cxnSpLocks/>
            </p:cNvCxnSpPr>
            <p:nvPr/>
          </p:nvCxnSpPr>
          <p:spPr>
            <a:xfrm>
              <a:off x="3820162" y="7507781"/>
              <a:ext cx="2301923" cy="2952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12414F1-2ECC-2FEE-F4C7-EADDDD63B4E7}"/>
              </a:ext>
            </a:extLst>
          </p:cNvPr>
          <p:cNvGrpSpPr/>
          <p:nvPr/>
        </p:nvGrpSpPr>
        <p:grpSpPr>
          <a:xfrm>
            <a:off x="919088" y="2078610"/>
            <a:ext cx="4335818" cy="738664"/>
            <a:chOff x="2415008" y="7145402"/>
            <a:chExt cx="4630900" cy="93727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27E22F-2A99-F940-4879-83A4C14D6340}"/>
                </a:ext>
              </a:extLst>
            </p:cNvPr>
            <p:cNvSpPr txBox="1"/>
            <p:nvPr/>
          </p:nvSpPr>
          <p:spPr>
            <a:xfrm>
              <a:off x="2415008" y="7145402"/>
              <a:ext cx="1405154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체크 좌표</a:t>
              </a:r>
              <a:endParaRPr lang="en-US" altLang="ko-KR" sz="1400" dirty="0"/>
            </a:p>
            <a:p>
              <a:r>
                <a:rPr lang="en-US" altLang="ko-KR" sz="1400" dirty="0"/>
                <a:t>(80, 80)</a:t>
              </a:r>
            </a:p>
            <a:p>
              <a:r>
                <a:rPr lang="en-US" altLang="ko-KR" sz="1400" dirty="0"/>
                <a:t>size : 32*32px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717E6A19-5B0C-F63D-95DC-C03B113CB8E0}"/>
                </a:ext>
              </a:extLst>
            </p:cNvPr>
            <p:cNvCxnSpPr>
              <a:cxnSpLocks/>
            </p:cNvCxnSpPr>
            <p:nvPr/>
          </p:nvCxnSpPr>
          <p:spPr>
            <a:xfrm>
              <a:off x="3820162" y="7507781"/>
              <a:ext cx="3225746" cy="2313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B52FB3E-781B-D822-799E-375EA108C0D7}"/>
              </a:ext>
            </a:extLst>
          </p:cNvPr>
          <p:cNvGrpSpPr/>
          <p:nvPr/>
        </p:nvGrpSpPr>
        <p:grpSpPr>
          <a:xfrm>
            <a:off x="1009583" y="2584578"/>
            <a:ext cx="5242569" cy="1228406"/>
            <a:chOff x="2415008" y="6523981"/>
            <a:chExt cx="5599362" cy="155869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6F4CD7-89E1-F6CA-FCD3-8BE4EA9AD80C}"/>
                </a:ext>
              </a:extLst>
            </p:cNvPr>
            <p:cNvSpPr txBox="1"/>
            <p:nvPr/>
          </p:nvSpPr>
          <p:spPr>
            <a:xfrm>
              <a:off x="2415008" y="7145402"/>
              <a:ext cx="1405154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x</a:t>
              </a:r>
              <a:r>
                <a:rPr lang="ko-KR" altLang="en-US" sz="1400" dirty="0"/>
                <a:t> 좌표</a:t>
              </a:r>
              <a:endParaRPr lang="en-US" altLang="ko-KR" sz="1400" dirty="0"/>
            </a:p>
            <a:p>
              <a:r>
                <a:rPr lang="en-US" altLang="ko-KR" sz="1400" dirty="0"/>
                <a:t>(176, 80)</a:t>
              </a:r>
            </a:p>
            <a:p>
              <a:r>
                <a:rPr lang="en-US" altLang="ko-KR" sz="1400" dirty="0"/>
                <a:t>size : 32*32px</a:t>
              </a: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77A2CFC-564D-79C9-9E0B-A8CB2E1E05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0162" y="6523981"/>
              <a:ext cx="4194208" cy="9838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011FE71-26FA-CDE9-5E9D-BAD947DCAB15}"/>
              </a:ext>
            </a:extLst>
          </p:cNvPr>
          <p:cNvGrpSpPr/>
          <p:nvPr/>
        </p:nvGrpSpPr>
        <p:grpSpPr>
          <a:xfrm>
            <a:off x="7135779" y="202584"/>
            <a:ext cx="1386918" cy="1755615"/>
            <a:chOff x="2415008" y="7145402"/>
            <a:chExt cx="1481308" cy="222765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4D8521-9342-2A9A-D2D9-0B8310FE8760}"/>
                </a:ext>
              </a:extLst>
            </p:cNvPr>
            <p:cNvSpPr txBox="1"/>
            <p:nvPr/>
          </p:nvSpPr>
          <p:spPr>
            <a:xfrm>
              <a:off x="2415008" y="7145402"/>
              <a:ext cx="1481308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눌린 체크 좌표</a:t>
              </a:r>
              <a:endParaRPr lang="en-US" altLang="ko-KR" sz="1400" dirty="0"/>
            </a:p>
            <a:p>
              <a:r>
                <a:rPr lang="en-US" altLang="ko-KR" sz="1400" dirty="0"/>
                <a:t>(320, 16)</a:t>
              </a:r>
            </a:p>
            <a:p>
              <a:r>
                <a:rPr lang="en-US" altLang="ko-KR" sz="1400" dirty="0"/>
                <a:t>size : 32*32px</a:t>
              </a: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92D0D6A9-6444-0B26-57D3-4EFD811D4D86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flipH="1">
              <a:off x="3029972" y="8082674"/>
              <a:ext cx="125690" cy="129038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667469D-D642-F583-9C17-0D1D279671B5}"/>
              </a:ext>
            </a:extLst>
          </p:cNvPr>
          <p:cNvGrpSpPr/>
          <p:nvPr/>
        </p:nvGrpSpPr>
        <p:grpSpPr>
          <a:xfrm>
            <a:off x="7711557" y="765328"/>
            <a:ext cx="2043665" cy="1660756"/>
            <a:chOff x="1637411" y="7145402"/>
            <a:chExt cx="2182751" cy="207706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C8E596D-4B72-0D98-9633-4C51F7D46BBB}"/>
                </a:ext>
              </a:extLst>
            </p:cNvPr>
            <p:cNvSpPr txBox="1"/>
            <p:nvPr/>
          </p:nvSpPr>
          <p:spPr>
            <a:xfrm>
              <a:off x="2415008" y="7145402"/>
              <a:ext cx="1405154" cy="92382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눌린 </a:t>
              </a:r>
              <a:r>
                <a:rPr lang="en-US" altLang="ko-KR" sz="1400" dirty="0"/>
                <a:t>x</a:t>
              </a:r>
              <a:r>
                <a:rPr lang="ko-KR" altLang="en-US" sz="1400" dirty="0"/>
                <a:t> 좌표</a:t>
              </a:r>
              <a:endParaRPr lang="en-US" altLang="ko-KR" sz="1400" dirty="0"/>
            </a:p>
            <a:p>
              <a:r>
                <a:rPr lang="en-US" altLang="ko-KR" sz="1400" dirty="0"/>
                <a:t>(320, 64)</a:t>
              </a:r>
            </a:p>
            <a:p>
              <a:r>
                <a:rPr lang="en-US" altLang="ko-KR" sz="1400" dirty="0"/>
                <a:t>size : 32*32px</a:t>
              </a: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73A8D243-EF3C-39FC-6E22-C36E17BD8226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 flipH="1">
              <a:off x="1637411" y="8069229"/>
              <a:ext cx="1480174" cy="11532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89DC1CD-4C60-C20B-2761-CCAAFB6998BD}"/>
              </a:ext>
            </a:extLst>
          </p:cNvPr>
          <p:cNvSpPr txBox="1"/>
          <p:nvPr/>
        </p:nvSpPr>
        <p:spPr>
          <a:xfrm>
            <a:off x="7377896" y="3812984"/>
            <a:ext cx="3201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이건 혹시 쓸모가 있을까 </a:t>
            </a:r>
            <a:r>
              <a:rPr lang="ko-KR" altLang="en-US" dirty="0" err="1"/>
              <a:t>만든것</a:t>
            </a:r>
            <a:r>
              <a:rPr lang="en-US" altLang="ko-KR" dirty="0"/>
              <a:t>. </a:t>
            </a:r>
            <a:r>
              <a:rPr lang="ko-KR" altLang="en-US" dirty="0"/>
              <a:t>필요시 요청하면 좌표 따겠음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C02D48-15A9-C80D-ABDD-0616C2598633}"/>
              </a:ext>
            </a:extLst>
          </p:cNvPr>
          <p:cNvSpPr txBox="1"/>
          <p:nvPr/>
        </p:nvSpPr>
        <p:spPr>
          <a:xfrm>
            <a:off x="8668916" y="2177163"/>
            <a:ext cx="320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클릭 시 안으로 들어가게</a:t>
            </a:r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97AB7B6-2740-70E0-1429-B86B3C8236C1}"/>
              </a:ext>
            </a:extLst>
          </p:cNvPr>
          <p:cNvGrpSpPr/>
          <p:nvPr/>
        </p:nvGrpSpPr>
        <p:grpSpPr>
          <a:xfrm>
            <a:off x="3413717" y="313391"/>
            <a:ext cx="1601042" cy="1651648"/>
            <a:chOff x="2415008" y="7145402"/>
            <a:chExt cx="1710004" cy="209573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98201C-22D1-3550-B80C-EF481480645B}"/>
                </a:ext>
              </a:extLst>
            </p:cNvPr>
            <p:cNvSpPr txBox="1"/>
            <p:nvPr/>
          </p:nvSpPr>
          <p:spPr>
            <a:xfrm>
              <a:off x="2415008" y="7145402"/>
              <a:ext cx="1673062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텍스트 박스 좌표</a:t>
              </a:r>
              <a:endParaRPr lang="en-US" altLang="ko-KR" sz="1400" dirty="0"/>
            </a:p>
            <a:p>
              <a:r>
                <a:rPr lang="en-US" altLang="ko-KR" sz="1400" dirty="0"/>
                <a:t>(48, 32)</a:t>
              </a:r>
            </a:p>
            <a:p>
              <a:r>
                <a:rPr lang="en-US" altLang="ko-KR" sz="1400" dirty="0"/>
                <a:t>size : 192*32px</a:t>
              </a: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09ACDBA2-6763-84AD-95C2-EEF65D55C534}"/>
                </a:ext>
              </a:extLst>
            </p:cNvPr>
            <p:cNvCxnSpPr>
              <a:cxnSpLocks/>
            </p:cNvCxnSpPr>
            <p:nvPr/>
          </p:nvCxnSpPr>
          <p:spPr>
            <a:xfrm>
              <a:off x="3820162" y="7507781"/>
              <a:ext cx="304850" cy="173335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5330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4189E-F350-D7AD-21C9-BF14AED7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C8295A7-7667-DCC3-1255-E4976340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Sleep_q.tmx</a:t>
            </a:r>
            <a:r>
              <a:rPr lang="en-US" altLang="ko-KR" sz="2800" dirty="0"/>
              <a:t>(</a:t>
            </a:r>
            <a:r>
              <a:rPr lang="ko-KR" altLang="en-US" sz="2800" dirty="0"/>
              <a:t>추가된</a:t>
            </a:r>
            <a:r>
              <a:rPr lang="en-US" altLang="ko-KR" sz="2800" dirty="0"/>
              <a:t> </a:t>
            </a:r>
            <a:r>
              <a:rPr lang="ko-KR" altLang="en-US" sz="2800" dirty="0"/>
              <a:t>부분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B1F7102-56EC-1716-11EE-3C5811354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5" t="-2292" b="59125"/>
          <a:stretch>
            <a:fillRect/>
          </a:stretch>
        </p:blipFill>
        <p:spPr>
          <a:xfrm>
            <a:off x="3533904" y="2126365"/>
            <a:ext cx="5124191" cy="2605269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C005395F-099D-E40B-224B-BC9CE872958D}"/>
              </a:ext>
            </a:extLst>
          </p:cNvPr>
          <p:cNvGrpSpPr/>
          <p:nvPr/>
        </p:nvGrpSpPr>
        <p:grpSpPr>
          <a:xfrm>
            <a:off x="1059824" y="1387704"/>
            <a:ext cx="2474080" cy="903323"/>
            <a:chOff x="2415008" y="7145402"/>
            <a:chExt cx="2642458" cy="114620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4ABFAB-AD35-0961-A95A-4A0E5301F881}"/>
                </a:ext>
              </a:extLst>
            </p:cNvPr>
            <p:cNvSpPr txBox="1"/>
            <p:nvPr/>
          </p:nvSpPr>
          <p:spPr>
            <a:xfrm>
              <a:off x="2415008" y="7145402"/>
              <a:ext cx="1617454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박스 좌표</a:t>
              </a:r>
              <a:endParaRPr lang="en-US" altLang="ko-KR" sz="1400" dirty="0"/>
            </a:p>
            <a:p>
              <a:r>
                <a:rPr lang="en-US" altLang="ko-KR" sz="1400" dirty="0"/>
                <a:t>(352, 0)</a:t>
              </a:r>
            </a:p>
            <a:p>
              <a:r>
                <a:rPr lang="en-US" altLang="ko-KR" sz="1400" dirty="0"/>
                <a:t>size : 288*144px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33519D54-8929-3837-B0D3-3F29F495528C}"/>
                </a:ext>
              </a:extLst>
            </p:cNvPr>
            <p:cNvCxnSpPr>
              <a:cxnSpLocks/>
            </p:cNvCxnSpPr>
            <p:nvPr/>
          </p:nvCxnSpPr>
          <p:spPr>
            <a:xfrm>
              <a:off x="3820162" y="7507781"/>
              <a:ext cx="1237304" cy="78382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76C8022-2E55-9723-E791-2CA6E26DCC60}"/>
              </a:ext>
            </a:extLst>
          </p:cNvPr>
          <p:cNvSpPr txBox="1"/>
          <p:nvPr/>
        </p:nvSpPr>
        <p:spPr>
          <a:xfrm>
            <a:off x="1720672" y="5632473"/>
            <a:ext cx="85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게임 첫 화면에서 저장된 게임이 없는데 </a:t>
            </a:r>
            <a:r>
              <a:rPr lang="en-US" altLang="ko-KR" dirty="0"/>
              <a:t>Load Game </a:t>
            </a:r>
            <a:r>
              <a:rPr lang="ko-KR" altLang="en-US" dirty="0"/>
              <a:t>누르면 뜨는 팝업창이다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3C199AF-618A-80D9-BE36-F52420D3B389}"/>
              </a:ext>
            </a:extLst>
          </p:cNvPr>
          <p:cNvGrpSpPr/>
          <p:nvPr/>
        </p:nvGrpSpPr>
        <p:grpSpPr>
          <a:xfrm>
            <a:off x="6001001" y="1172412"/>
            <a:ext cx="1915658" cy="1487948"/>
            <a:chOff x="3011434" y="6403587"/>
            <a:chExt cx="2046032" cy="188801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D6FD3FA-3E5B-2077-82F1-2CE13512A590}"/>
                </a:ext>
              </a:extLst>
            </p:cNvPr>
            <p:cNvSpPr txBox="1"/>
            <p:nvPr/>
          </p:nvSpPr>
          <p:spPr>
            <a:xfrm>
              <a:off x="3011434" y="6403587"/>
              <a:ext cx="1405154" cy="93727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X </a:t>
              </a:r>
              <a:r>
                <a:rPr lang="ko-KR" altLang="en-US" sz="1400" dirty="0"/>
                <a:t>좌표</a:t>
              </a:r>
              <a:endParaRPr lang="en-US" altLang="ko-KR" sz="1400" dirty="0"/>
            </a:p>
            <a:p>
              <a:r>
                <a:rPr lang="en-US" altLang="ko-KR" sz="1400" dirty="0"/>
                <a:t>(599, 25)</a:t>
              </a:r>
            </a:p>
            <a:p>
              <a:r>
                <a:rPr lang="en-US" altLang="ko-KR" sz="1400" dirty="0"/>
                <a:t>size : 16*16px</a:t>
              </a: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FF3DE0B-432F-570E-F510-55A35BC26122}"/>
                </a:ext>
              </a:extLst>
            </p:cNvPr>
            <p:cNvCxnSpPr>
              <a:cxnSpLocks/>
            </p:cNvCxnSpPr>
            <p:nvPr/>
          </p:nvCxnSpPr>
          <p:spPr>
            <a:xfrm>
              <a:off x="3820162" y="7507781"/>
              <a:ext cx="1237304" cy="78382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4528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8E1E-840D-0D70-7050-63B7DF911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54C8C3-99AD-409B-BE9E-09DF8AF46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Startscreen.tmx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5F285B-1447-C921-0DF0-FCCDBEBC2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388" y="1600041"/>
            <a:ext cx="4877223" cy="36579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1DD960-BE8A-9886-767B-B570D9242C41}"/>
              </a:ext>
            </a:extLst>
          </p:cNvPr>
          <p:cNvSpPr txBox="1"/>
          <p:nvPr/>
        </p:nvSpPr>
        <p:spPr>
          <a:xfrm>
            <a:off x="3719394" y="417679"/>
            <a:ext cx="7184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“title” layer</a:t>
            </a:r>
            <a:r>
              <a:rPr lang="ko-KR" altLang="en-US" dirty="0"/>
              <a:t>가 제목인 </a:t>
            </a:r>
            <a:r>
              <a:rPr lang="en-US" altLang="ko-KR" dirty="0"/>
              <a:t>farm village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둥둥 위아래로 뜨며 움직이는 애니메이션이 있게 </a:t>
            </a:r>
            <a:r>
              <a:rPr lang="ko-KR" altLang="en-US" dirty="0" err="1"/>
              <a:t>코딩되면</a:t>
            </a:r>
            <a:r>
              <a:rPr lang="ko-KR" altLang="en-US" dirty="0"/>
              <a:t> 좋을 것 같음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3E848C0-88FD-BED8-11AF-89B492DE985C}"/>
              </a:ext>
            </a:extLst>
          </p:cNvPr>
          <p:cNvGrpSpPr/>
          <p:nvPr/>
        </p:nvGrpSpPr>
        <p:grpSpPr>
          <a:xfrm>
            <a:off x="637217" y="3081317"/>
            <a:ext cx="4615381" cy="1121032"/>
            <a:chOff x="2501545" y="7145402"/>
            <a:chExt cx="4929490" cy="142244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DA1C48-A615-6A40-FE41-3C9B6770A1EB}"/>
                </a:ext>
              </a:extLst>
            </p:cNvPr>
            <p:cNvSpPr txBox="1"/>
            <p:nvPr/>
          </p:nvSpPr>
          <p:spPr>
            <a:xfrm>
              <a:off x="2501545" y="7145402"/>
              <a:ext cx="2315100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클릭에 반응할 박스 좌표</a:t>
              </a:r>
              <a:endParaRPr lang="en-US" altLang="ko-KR" sz="1400" dirty="0"/>
            </a:p>
            <a:p>
              <a:r>
                <a:rPr lang="en-US" altLang="ko-KR" sz="1400" dirty="0"/>
                <a:t>(200, 326)</a:t>
              </a:r>
            </a:p>
            <a:p>
              <a:r>
                <a:rPr lang="en-US" altLang="ko-KR" sz="1400" dirty="0"/>
                <a:t>size : 240*50px</a:t>
              </a: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DFE4C139-63E5-3E97-DB26-8EC2E2966C22}"/>
                </a:ext>
              </a:extLst>
            </p:cNvPr>
            <p:cNvCxnSpPr>
              <a:cxnSpLocks/>
            </p:cNvCxnSpPr>
            <p:nvPr/>
          </p:nvCxnSpPr>
          <p:spPr>
            <a:xfrm>
              <a:off x="4083504" y="7760559"/>
              <a:ext cx="3347531" cy="8072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75F58E2-4979-82E3-4D34-675BB532CBF8}"/>
              </a:ext>
            </a:extLst>
          </p:cNvPr>
          <p:cNvSpPr txBox="1"/>
          <p:nvPr/>
        </p:nvSpPr>
        <p:spPr>
          <a:xfrm>
            <a:off x="5484293" y="3497147"/>
            <a:ext cx="1223412" cy="467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New</a:t>
            </a:r>
            <a:r>
              <a:rPr lang="ko-KR" altLang="en-US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CBA5F6-DE6E-BADB-5793-38AD56A4591F}"/>
              </a:ext>
            </a:extLst>
          </p:cNvPr>
          <p:cNvSpPr txBox="1"/>
          <p:nvPr/>
        </p:nvSpPr>
        <p:spPr>
          <a:xfrm>
            <a:off x="5578068" y="3988182"/>
            <a:ext cx="1035861" cy="467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Continue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EEE333-6C7D-B129-CFE2-D908A222B26C}"/>
              </a:ext>
            </a:extLst>
          </p:cNvPr>
          <p:cNvSpPr txBox="1"/>
          <p:nvPr/>
        </p:nvSpPr>
        <p:spPr>
          <a:xfrm>
            <a:off x="5808900" y="4456067"/>
            <a:ext cx="574196" cy="467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Quit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6800BFF-CB52-D9DC-98B5-1EEC16490708}"/>
              </a:ext>
            </a:extLst>
          </p:cNvPr>
          <p:cNvGrpSpPr/>
          <p:nvPr/>
        </p:nvGrpSpPr>
        <p:grpSpPr>
          <a:xfrm>
            <a:off x="6789905" y="2797662"/>
            <a:ext cx="4144975" cy="1404688"/>
            <a:chOff x="-307485" y="7145401"/>
            <a:chExt cx="4515519" cy="232071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E4E181-053F-0D86-4F07-75364238BCF3}"/>
                </a:ext>
              </a:extLst>
            </p:cNvPr>
            <p:cNvSpPr txBox="1"/>
            <p:nvPr/>
          </p:nvSpPr>
          <p:spPr>
            <a:xfrm>
              <a:off x="2501545" y="7145401"/>
              <a:ext cx="1706489" cy="12203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텍스트 박스 좌표</a:t>
              </a:r>
              <a:endParaRPr lang="en-US" altLang="ko-KR" sz="1400" dirty="0"/>
            </a:p>
            <a:p>
              <a:r>
                <a:rPr lang="en-US" altLang="ko-KR" sz="1400" dirty="0"/>
                <a:t>(208, 336)</a:t>
              </a:r>
            </a:p>
            <a:p>
              <a:r>
                <a:rPr lang="en-US" altLang="ko-KR" sz="1400" dirty="0"/>
                <a:t>size : 224*32px</a:t>
              </a: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F098CADF-5BD2-575B-076C-7BA63B5BFC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07485" y="7906933"/>
              <a:ext cx="2722493" cy="15591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1FC8B0A-0994-971F-6A72-92ED83381EA6}"/>
              </a:ext>
            </a:extLst>
          </p:cNvPr>
          <p:cNvGrpSpPr/>
          <p:nvPr/>
        </p:nvGrpSpPr>
        <p:grpSpPr>
          <a:xfrm>
            <a:off x="6844760" y="4314163"/>
            <a:ext cx="4154072" cy="738664"/>
            <a:chOff x="-307485" y="7145401"/>
            <a:chExt cx="4509519" cy="302166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16657-1F60-41AA-338F-63F723057943}"/>
                </a:ext>
              </a:extLst>
            </p:cNvPr>
            <p:cNvSpPr txBox="1"/>
            <p:nvPr/>
          </p:nvSpPr>
          <p:spPr>
            <a:xfrm>
              <a:off x="2501545" y="7145401"/>
              <a:ext cx="1700489" cy="30216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텍스트 박스 좌표</a:t>
              </a:r>
              <a:endParaRPr lang="en-US" altLang="ko-KR" sz="1400" dirty="0"/>
            </a:p>
            <a:p>
              <a:r>
                <a:rPr lang="en-US" altLang="ko-KR" sz="1400" dirty="0"/>
                <a:t>(208, 400)</a:t>
              </a:r>
            </a:p>
            <a:p>
              <a:r>
                <a:rPr lang="en-US" altLang="ko-KR" sz="1400" dirty="0"/>
                <a:t>size : 224*32px</a:t>
              </a: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01432BA8-0368-B330-4462-403211C4F5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07485" y="7906933"/>
              <a:ext cx="2722493" cy="15591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010004C-CBCA-2B4E-61D1-FEEEBC34033D}"/>
              </a:ext>
            </a:extLst>
          </p:cNvPr>
          <p:cNvGrpSpPr/>
          <p:nvPr/>
        </p:nvGrpSpPr>
        <p:grpSpPr>
          <a:xfrm>
            <a:off x="1058541" y="1934159"/>
            <a:ext cx="4200880" cy="1948717"/>
            <a:chOff x="2501545" y="7145402"/>
            <a:chExt cx="4486779" cy="247267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DB0D22-6184-37DD-E716-BCA3092D930B}"/>
                </a:ext>
              </a:extLst>
            </p:cNvPr>
            <p:cNvSpPr txBox="1"/>
            <p:nvPr/>
          </p:nvSpPr>
          <p:spPr>
            <a:xfrm>
              <a:off x="2501545" y="7145402"/>
              <a:ext cx="2315100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클릭에 반응할 박스 좌표</a:t>
              </a:r>
              <a:endParaRPr lang="en-US" altLang="ko-KR" sz="1400" dirty="0"/>
            </a:p>
            <a:p>
              <a:r>
                <a:rPr lang="en-US" altLang="ko-KR" sz="1400" dirty="0"/>
                <a:t>(200, 262)</a:t>
              </a:r>
            </a:p>
            <a:p>
              <a:r>
                <a:rPr lang="en-US" altLang="ko-KR" sz="1400" dirty="0"/>
                <a:t>size : 240*50px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B87906BC-3973-97C3-F147-E23549299951}"/>
                </a:ext>
              </a:extLst>
            </p:cNvPr>
            <p:cNvCxnSpPr>
              <a:cxnSpLocks/>
            </p:cNvCxnSpPr>
            <p:nvPr/>
          </p:nvCxnSpPr>
          <p:spPr>
            <a:xfrm>
              <a:off x="4097301" y="7727343"/>
              <a:ext cx="2891023" cy="189073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FFF804D-DFEF-F6E9-DA07-0E52E83D3001}"/>
              </a:ext>
            </a:extLst>
          </p:cNvPr>
          <p:cNvGrpSpPr/>
          <p:nvPr/>
        </p:nvGrpSpPr>
        <p:grpSpPr>
          <a:xfrm>
            <a:off x="385034" y="4621540"/>
            <a:ext cx="4874387" cy="772506"/>
            <a:chOff x="2501545" y="7102461"/>
            <a:chExt cx="5206123" cy="98021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D90325-880C-EAEF-0D7C-A4245E86E077}"/>
                </a:ext>
              </a:extLst>
            </p:cNvPr>
            <p:cNvSpPr txBox="1"/>
            <p:nvPr/>
          </p:nvSpPr>
          <p:spPr>
            <a:xfrm>
              <a:off x="2501545" y="7145402"/>
              <a:ext cx="2315100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클릭에 반응할 박스 좌표</a:t>
              </a:r>
              <a:endParaRPr lang="en-US" altLang="ko-KR" sz="1400" dirty="0"/>
            </a:p>
            <a:p>
              <a:r>
                <a:rPr lang="en-US" altLang="ko-KR" sz="1400" dirty="0"/>
                <a:t>(200, 390)</a:t>
              </a:r>
            </a:p>
            <a:p>
              <a:r>
                <a:rPr lang="en-US" altLang="ko-KR" sz="1400" dirty="0"/>
                <a:t>size : 240*50px</a:t>
              </a: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974851B7-3070-5015-3416-FF2E0F22AC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7856" y="7102461"/>
              <a:ext cx="3549812" cy="576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09029C5-2F18-8627-1542-E7CF24BF549F}"/>
              </a:ext>
            </a:extLst>
          </p:cNvPr>
          <p:cNvGrpSpPr/>
          <p:nvPr/>
        </p:nvGrpSpPr>
        <p:grpSpPr>
          <a:xfrm>
            <a:off x="6932581" y="1732536"/>
            <a:ext cx="4231562" cy="2027898"/>
            <a:chOff x="-401813" y="7145401"/>
            <a:chExt cx="4609847" cy="335034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1FE8D3-9475-8BC2-C992-4689D0962EB2}"/>
                </a:ext>
              </a:extLst>
            </p:cNvPr>
            <p:cNvSpPr txBox="1"/>
            <p:nvPr/>
          </p:nvSpPr>
          <p:spPr>
            <a:xfrm>
              <a:off x="2501545" y="7145401"/>
              <a:ext cx="1706489" cy="12203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텍스트 박스 좌표</a:t>
              </a:r>
              <a:endParaRPr lang="en-US" altLang="ko-KR" sz="1400" dirty="0"/>
            </a:p>
            <a:p>
              <a:r>
                <a:rPr lang="en-US" altLang="ko-KR" sz="1400" dirty="0"/>
                <a:t>(208, 272)</a:t>
              </a:r>
            </a:p>
            <a:p>
              <a:r>
                <a:rPr lang="en-US" altLang="ko-KR" sz="1400" dirty="0"/>
                <a:t>size : 224*32px</a:t>
              </a: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0D3D5D06-49B7-98A2-193C-030BA2FF17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1813" y="7906933"/>
              <a:ext cx="2816821" cy="25888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37BA921-3A27-CD87-E021-E4404807BB1E}"/>
              </a:ext>
            </a:extLst>
          </p:cNvPr>
          <p:cNvSpPr txBox="1"/>
          <p:nvPr/>
        </p:nvSpPr>
        <p:spPr>
          <a:xfrm>
            <a:off x="2412887" y="6018093"/>
            <a:ext cx="718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전체 사이즈 </a:t>
            </a:r>
            <a:r>
              <a:rPr lang="en-US" altLang="ko-KR" dirty="0"/>
              <a:t>640*480px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0614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48BB8-7C78-510E-0E7B-56C66CB9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68F096-EC2A-CF6A-ECB8-873BABF4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Ui_fullscreen.tmx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991E02-6B95-13C9-F20F-363A28376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98"/>
          <a:stretch>
            <a:fillRect/>
          </a:stretch>
        </p:blipFill>
        <p:spPr>
          <a:xfrm>
            <a:off x="1111008" y="1542915"/>
            <a:ext cx="9969984" cy="40187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D17192-9F02-1C7E-1F7E-DD400F7BE429}"/>
              </a:ext>
            </a:extLst>
          </p:cNvPr>
          <p:cNvSpPr txBox="1"/>
          <p:nvPr/>
        </p:nvSpPr>
        <p:spPr>
          <a:xfrm>
            <a:off x="1388071" y="1738935"/>
            <a:ext cx="856325" cy="32188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Spring, D+1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BE301-1954-7396-CFB7-6D04F0F75680}"/>
              </a:ext>
            </a:extLst>
          </p:cNvPr>
          <p:cNvSpPr txBox="1"/>
          <p:nvPr/>
        </p:nvSpPr>
        <p:spPr>
          <a:xfrm>
            <a:off x="1535893" y="1918886"/>
            <a:ext cx="461986" cy="32188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12:30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5D15C-09C9-75FE-DD75-BA632235B7EB}"/>
              </a:ext>
            </a:extLst>
          </p:cNvPr>
          <p:cNvSpPr txBox="1"/>
          <p:nvPr/>
        </p:nvSpPr>
        <p:spPr>
          <a:xfrm>
            <a:off x="1531887" y="2079828"/>
            <a:ext cx="470000" cy="3218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3,500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6C60F1-5831-A09A-2DCD-669F8E02999F}"/>
              </a:ext>
            </a:extLst>
          </p:cNvPr>
          <p:cNvGrpSpPr/>
          <p:nvPr/>
        </p:nvGrpSpPr>
        <p:grpSpPr>
          <a:xfrm>
            <a:off x="173323" y="3764369"/>
            <a:ext cx="2502822" cy="1038967"/>
            <a:chOff x="2221023" y="4456315"/>
            <a:chExt cx="2673156" cy="131831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1EBD934-0BF2-B623-6794-42B143A3C2BF}"/>
                </a:ext>
              </a:extLst>
            </p:cNvPr>
            <p:cNvSpPr txBox="1"/>
            <p:nvPr/>
          </p:nvSpPr>
          <p:spPr>
            <a:xfrm>
              <a:off x="2221023" y="4456315"/>
              <a:ext cx="1511304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 err="1"/>
                <a:t>체력창</a:t>
              </a:r>
              <a:r>
                <a:rPr lang="ko-KR" altLang="en-US" sz="1400" dirty="0"/>
                <a:t> 좌표</a:t>
              </a:r>
              <a:endParaRPr lang="en-US" altLang="ko-KR" sz="1400" dirty="0"/>
            </a:p>
            <a:p>
              <a:r>
                <a:rPr lang="en-US" altLang="ko-KR" sz="1400" dirty="0"/>
                <a:t>(160, 320)</a:t>
              </a:r>
            </a:p>
            <a:p>
              <a:r>
                <a:rPr lang="en-US" altLang="ko-KR" sz="1400" dirty="0"/>
                <a:t>size : 144*16px</a:t>
              </a: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AF2FE722-11E4-E13B-2791-62765E2C2346}"/>
                </a:ext>
              </a:extLst>
            </p:cNvPr>
            <p:cNvCxnSpPr>
              <a:cxnSpLocks/>
            </p:cNvCxnSpPr>
            <p:nvPr/>
          </p:nvCxnSpPr>
          <p:spPr>
            <a:xfrm>
              <a:off x="3672046" y="5334276"/>
              <a:ext cx="1222133" cy="4403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A104E8B-16CD-D1B3-510F-706DECFD355D}"/>
              </a:ext>
            </a:extLst>
          </p:cNvPr>
          <p:cNvGrpSpPr/>
          <p:nvPr/>
        </p:nvGrpSpPr>
        <p:grpSpPr>
          <a:xfrm>
            <a:off x="2475199" y="3562617"/>
            <a:ext cx="2003363" cy="1240719"/>
            <a:chOff x="2754474" y="4200317"/>
            <a:chExt cx="2139705" cy="15743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5D8FDC-DCEC-068D-D1BD-880AC2F0C084}"/>
                </a:ext>
              </a:extLst>
            </p:cNvPr>
            <p:cNvSpPr txBox="1"/>
            <p:nvPr/>
          </p:nvSpPr>
          <p:spPr>
            <a:xfrm>
              <a:off x="2754474" y="4200317"/>
              <a:ext cx="1511303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 err="1"/>
                <a:t>배고픔창</a:t>
              </a:r>
              <a:r>
                <a:rPr lang="ko-KR" altLang="en-US" sz="1400" dirty="0"/>
                <a:t> 좌표</a:t>
              </a:r>
              <a:endParaRPr lang="en-US" altLang="ko-KR" sz="1400" dirty="0"/>
            </a:p>
            <a:p>
              <a:r>
                <a:rPr lang="en-US" altLang="ko-KR" sz="1400" dirty="0"/>
                <a:t>(336, 320)</a:t>
              </a:r>
            </a:p>
            <a:p>
              <a:r>
                <a:rPr lang="en-US" altLang="ko-KR" sz="1400" dirty="0"/>
                <a:t>size : 144*16px</a:t>
              </a: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60C369CA-D010-40B5-48C5-5FB606A533AC}"/>
                </a:ext>
              </a:extLst>
            </p:cNvPr>
            <p:cNvCxnSpPr>
              <a:cxnSpLocks/>
            </p:cNvCxnSpPr>
            <p:nvPr/>
          </p:nvCxnSpPr>
          <p:spPr>
            <a:xfrm>
              <a:off x="4169753" y="5137589"/>
              <a:ext cx="724426" cy="63704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B535D05-AC9F-C995-9E04-7266DBE3D5EF}"/>
              </a:ext>
            </a:extLst>
          </p:cNvPr>
          <p:cNvGrpSpPr/>
          <p:nvPr/>
        </p:nvGrpSpPr>
        <p:grpSpPr>
          <a:xfrm>
            <a:off x="371332" y="4993202"/>
            <a:ext cx="2304813" cy="908702"/>
            <a:chOff x="2754474" y="3984560"/>
            <a:chExt cx="2461671" cy="115302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3C35D7C-C225-0FF7-7D75-5C4ACEE6F449}"/>
                </a:ext>
              </a:extLst>
            </p:cNvPr>
            <p:cNvSpPr txBox="1"/>
            <p:nvPr/>
          </p:nvSpPr>
          <p:spPr>
            <a:xfrm>
              <a:off x="2754474" y="4200317"/>
              <a:ext cx="1511303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 err="1"/>
                <a:t>경험치창</a:t>
              </a:r>
              <a:r>
                <a:rPr lang="ko-KR" altLang="en-US" sz="1400" dirty="0"/>
                <a:t> 좌표</a:t>
              </a:r>
              <a:endParaRPr lang="en-US" altLang="ko-KR" sz="1400" dirty="0"/>
            </a:p>
            <a:p>
              <a:r>
                <a:rPr lang="en-US" altLang="ko-KR" sz="1400" dirty="0"/>
                <a:t>(160, 336)</a:t>
              </a:r>
            </a:p>
            <a:p>
              <a:r>
                <a:rPr lang="en-US" altLang="ko-KR" sz="1400" dirty="0"/>
                <a:t>size : 320*16px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3EA5589B-162B-2AAE-074B-E01D441DF2FD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4265777" y="3984560"/>
              <a:ext cx="950368" cy="68439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7AC3CFD-37A4-2DE1-DFDF-32BB4348B828}"/>
              </a:ext>
            </a:extLst>
          </p:cNvPr>
          <p:cNvSpPr txBox="1"/>
          <p:nvPr/>
        </p:nvSpPr>
        <p:spPr>
          <a:xfrm>
            <a:off x="4100601" y="4792557"/>
            <a:ext cx="470000" cy="34073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dirty="0" err="1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Lv</a:t>
            </a:r>
            <a:r>
              <a:rPr lang="en-US" altLang="ko-KR" sz="12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 3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662C05D-289C-485C-8BF2-D3D2363A2983}"/>
              </a:ext>
            </a:extLst>
          </p:cNvPr>
          <p:cNvGrpSpPr/>
          <p:nvPr/>
        </p:nvGrpSpPr>
        <p:grpSpPr>
          <a:xfrm>
            <a:off x="4100601" y="3258616"/>
            <a:ext cx="2167581" cy="1648665"/>
            <a:chOff x="2754474" y="4200317"/>
            <a:chExt cx="2315099" cy="209194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CDAF2D8-1BB8-40C7-7532-FAD30EE1C6EB}"/>
                </a:ext>
              </a:extLst>
            </p:cNvPr>
            <p:cNvSpPr txBox="1"/>
            <p:nvPr/>
          </p:nvSpPr>
          <p:spPr>
            <a:xfrm>
              <a:off x="2754474" y="4200317"/>
              <a:ext cx="2315099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경험치 수치 텍스트 좌표</a:t>
              </a:r>
              <a:endParaRPr lang="en-US" altLang="ko-KR" sz="1400" dirty="0"/>
            </a:p>
            <a:p>
              <a:r>
                <a:rPr lang="en-US" altLang="ko-KR" sz="1400" dirty="0"/>
                <a:t>(304, 336)</a:t>
              </a:r>
            </a:p>
            <a:p>
              <a:r>
                <a:rPr lang="en-US" altLang="ko-KR" sz="1400" dirty="0"/>
                <a:t>size : 32*16px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29E71658-62E2-89EF-ADFF-445BCF9E1B5B}"/>
                </a:ext>
              </a:extLst>
            </p:cNvPr>
            <p:cNvCxnSpPr>
              <a:cxnSpLocks/>
              <a:stCxn id="25" idx="2"/>
            </p:cNvCxnSpPr>
            <p:nvPr/>
          </p:nvCxnSpPr>
          <p:spPr>
            <a:xfrm flipH="1">
              <a:off x="3158158" y="5137589"/>
              <a:ext cx="753866" cy="115467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244C77F-39E5-E81C-C910-05392AE43F8F}"/>
              </a:ext>
            </a:extLst>
          </p:cNvPr>
          <p:cNvGrpSpPr/>
          <p:nvPr/>
        </p:nvGrpSpPr>
        <p:grpSpPr>
          <a:xfrm>
            <a:off x="6423658" y="4629812"/>
            <a:ext cx="2117068" cy="1777393"/>
            <a:chOff x="2549897" y="2882300"/>
            <a:chExt cx="2261150" cy="225528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6AAB9FA-8E2A-6FB9-EC9F-B9F7A19A24F4}"/>
                </a:ext>
              </a:extLst>
            </p:cNvPr>
            <p:cNvSpPr txBox="1"/>
            <p:nvPr/>
          </p:nvSpPr>
          <p:spPr>
            <a:xfrm>
              <a:off x="2754474" y="4200317"/>
              <a:ext cx="2056573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 err="1"/>
                <a:t>미니맵이</a:t>
              </a:r>
              <a:r>
                <a:rPr lang="ko-KR" altLang="en-US" sz="1400" dirty="0"/>
                <a:t> 들어올 좌표</a:t>
              </a:r>
              <a:endParaRPr lang="en-US" altLang="ko-KR" sz="1400" dirty="0"/>
            </a:p>
            <a:p>
              <a:r>
                <a:rPr lang="en-US" altLang="ko-KR" sz="1400" dirty="0"/>
                <a:t>(528, 304)</a:t>
              </a:r>
            </a:p>
            <a:p>
              <a:r>
                <a:rPr lang="en-US" altLang="ko-KR" sz="1400" dirty="0"/>
                <a:t>size : 96*80px</a:t>
              </a: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95C02C63-ED30-356F-B844-870E4DCFD8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49897" y="2882300"/>
              <a:ext cx="285035" cy="139630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904511F-ABE7-E7BB-5289-FCB255875BCB}"/>
              </a:ext>
            </a:extLst>
          </p:cNvPr>
          <p:cNvSpPr txBox="1"/>
          <p:nvPr/>
        </p:nvSpPr>
        <p:spPr>
          <a:xfrm>
            <a:off x="7752078" y="2736964"/>
            <a:ext cx="2167581" cy="11573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Manage your very own farm!</a:t>
            </a:r>
          </a:p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Expand your fields to cultivate larger crops, and grow your farm by raising a variety of animals. Don't forget to set up greenhouses and barns to prepare for the harsh winter.</a:t>
            </a:r>
          </a:p>
          <a:p>
            <a:pPr algn="ctr">
              <a:lnSpc>
                <a:spcPct val="150000"/>
              </a:lnSpc>
            </a:pPr>
            <a:r>
              <a:rPr lang="en-US" altLang="ko-KR" sz="9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Good luck!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E940F0B-3FA3-F51B-7570-EE6F92F0154E}"/>
              </a:ext>
            </a:extLst>
          </p:cNvPr>
          <p:cNvGrpSpPr/>
          <p:nvPr/>
        </p:nvGrpSpPr>
        <p:grpSpPr>
          <a:xfrm>
            <a:off x="1978774" y="5242560"/>
            <a:ext cx="1315617" cy="1424591"/>
            <a:chOff x="2754474" y="3329961"/>
            <a:chExt cx="1405153" cy="180762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BD1A07A-DF63-0D50-908E-9CD8FA8612E8}"/>
                </a:ext>
              </a:extLst>
            </p:cNvPr>
            <p:cNvSpPr txBox="1"/>
            <p:nvPr/>
          </p:nvSpPr>
          <p:spPr>
            <a:xfrm>
              <a:off x="2754474" y="4200317"/>
              <a:ext cx="1405153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Hotbar1</a:t>
              </a:r>
              <a:r>
                <a:rPr lang="ko-KR" altLang="en-US" sz="1400" dirty="0"/>
                <a:t> 좌표</a:t>
              </a:r>
              <a:endParaRPr lang="en-US" altLang="ko-KR" sz="1400" dirty="0"/>
            </a:p>
            <a:p>
              <a:r>
                <a:rPr lang="en-US" altLang="ko-KR" sz="1400" dirty="0"/>
                <a:t>(160, 368)</a:t>
              </a:r>
            </a:p>
            <a:p>
              <a:r>
                <a:rPr lang="en-US" altLang="ko-KR" sz="1400" dirty="0"/>
                <a:t>size : 16*16px</a:t>
              </a: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11630D60-2F1C-7A7B-5E6D-F7167373DBE7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3457051" y="3329961"/>
              <a:ext cx="93389" cy="87035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왼쪽 대괄호 42">
            <a:extLst>
              <a:ext uri="{FF2B5EF4-FFF2-40B4-BE49-F238E27FC236}">
                <a16:creationId xmlns:a16="http://schemas.microsoft.com/office/drawing/2014/main" id="{05A52942-3A51-E29B-45F9-3080319ED118}"/>
              </a:ext>
            </a:extLst>
          </p:cNvPr>
          <p:cNvSpPr/>
          <p:nvPr/>
        </p:nvSpPr>
        <p:spPr>
          <a:xfrm rot="16200000">
            <a:off x="2690856" y="5279112"/>
            <a:ext cx="395395" cy="329061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4C4A8D-A3A0-E8E0-FDFA-78EB08572C03}"/>
              </a:ext>
            </a:extLst>
          </p:cNvPr>
          <p:cNvSpPr txBox="1"/>
          <p:nvPr/>
        </p:nvSpPr>
        <p:spPr>
          <a:xfrm>
            <a:off x="2686276" y="5585523"/>
            <a:ext cx="1883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32px(</a:t>
            </a:r>
            <a:r>
              <a:rPr lang="ko-KR" altLang="en-US" sz="1400" dirty="0"/>
              <a:t>뒤에도 다 동일</a:t>
            </a:r>
            <a:r>
              <a:rPr lang="en-US" altLang="ko-KR" sz="1400" dirty="0"/>
              <a:t>)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73AFF67-9F45-A7CC-3F04-D2C0A6976278}"/>
              </a:ext>
            </a:extLst>
          </p:cNvPr>
          <p:cNvGrpSpPr/>
          <p:nvPr/>
        </p:nvGrpSpPr>
        <p:grpSpPr>
          <a:xfrm>
            <a:off x="3890203" y="351783"/>
            <a:ext cx="3475797" cy="1533941"/>
            <a:chOff x="2754474" y="4200317"/>
            <a:chExt cx="3712352" cy="1946379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DCB6BB3-A4B0-A821-A972-1B18838AD691}"/>
                </a:ext>
              </a:extLst>
            </p:cNvPr>
            <p:cNvSpPr txBox="1"/>
            <p:nvPr/>
          </p:nvSpPr>
          <p:spPr>
            <a:xfrm>
              <a:off x="2754474" y="4200317"/>
              <a:ext cx="3712352" cy="148401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일시정지 좌표</a:t>
              </a:r>
              <a:r>
                <a:rPr lang="en-US" altLang="ko-KR" sz="1400" dirty="0"/>
                <a:t> (200, 262)</a:t>
              </a:r>
            </a:p>
            <a:p>
              <a:r>
                <a:rPr lang="en-US" altLang="ko-KR" sz="1400" dirty="0"/>
                <a:t>size : 240*50px</a:t>
              </a:r>
            </a:p>
            <a:p>
              <a:r>
                <a:rPr lang="ko-KR" altLang="en-US" sz="1400" dirty="0"/>
                <a:t>일시정지 실행하면 게임이 멈추고 가운데 </a:t>
              </a:r>
              <a:r>
                <a:rPr lang="en-US" altLang="ko-KR" sz="1400" dirty="0"/>
                <a:t>Pause </a:t>
              </a:r>
              <a:r>
                <a:rPr lang="ko-KR" altLang="en-US" sz="1400" dirty="0"/>
                <a:t>떴으면 좋겠습니다 검정색 </a:t>
              </a:r>
              <a:r>
                <a:rPr lang="ko-KR" altLang="en-US" sz="1400" dirty="0" err="1"/>
                <a:t>반투명하게</a:t>
              </a:r>
              <a:endParaRPr lang="en-US" altLang="ko-KR" sz="1400" dirty="0"/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2F1C225B-2B35-2A9E-5B47-F2C9A16F7FA3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>
              <a:off x="4610651" y="5684331"/>
              <a:ext cx="1693402" cy="4623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8EA2857-29A4-0807-7696-5115D7D13F80}"/>
              </a:ext>
            </a:extLst>
          </p:cNvPr>
          <p:cNvSpPr/>
          <p:nvPr/>
        </p:nvSpPr>
        <p:spPr>
          <a:xfrm>
            <a:off x="7496682" y="198372"/>
            <a:ext cx="1757680" cy="100923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Pause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5C1E06E-2284-DA03-FE84-185BE373AB8D}"/>
              </a:ext>
            </a:extLst>
          </p:cNvPr>
          <p:cNvGrpSpPr/>
          <p:nvPr/>
        </p:nvGrpSpPr>
        <p:grpSpPr>
          <a:xfrm>
            <a:off x="2244396" y="1796051"/>
            <a:ext cx="2382328" cy="1384995"/>
            <a:chOff x="1841886" y="4456315"/>
            <a:chExt cx="2544463" cy="17573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6D5751-FEC5-F427-4F96-CD006F1F58B0}"/>
                </a:ext>
              </a:extLst>
            </p:cNvPr>
            <p:cNvSpPr txBox="1"/>
            <p:nvPr/>
          </p:nvSpPr>
          <p:spPr>
            <a:xfrm>
              <a:off x="2221023" y="4456315"/>
              <a:ext cx="2165326" cy="17573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계절</a:t>
              </a:r>
              <a:r>
                <a:rPr lang="en-US" altLang="ko-KR" sz="1400" dirty="0"/>
                <a:t>, </a:t>
              </a:r>
              <a:r>
                <a:rPr lang="ko-KR" altLang="en-US" sz="1400" dirty="0" err="1"/>
                <a:t>날짜창</a:t>
              </a:r>
              <a:r>
                <a:rPr lang="ko-KR" altLang="en-US" sz="1400" dirty="0"/>
                <a:t> 좌표</a:t>
              </a:r>
              <a:endParaRPr lang="en-US" altLang="ko-KR" sz="1400" dirty="0"/>
            </a:p>
            <a:p>
              <a:r>
                <a:rPr lang="en-US" altLang="ko-KR" sz="1400" dirty="0"/>
                <a:t>(32, 32), size : 80*16px</a:t>
              </a:r>
            </a:p>
            <a:p>
              <a:r>
                <a:rPr lang="ko-KR" altLang="en-US" sz="1400" dirty="0" err="1"/>
                <a:t>시간창</a:t>
              </a:r>
              <a:r>
                <a:rPr lang="ko-KR" altLang="en-US" sz="1400" dirty="0"/>
                <a:t> 좌표</a:t>
              </a:r>
              <a:endParaRPr lang="en-US" altLang="ko-KR" sz="1400" dirty="0"/>
            </a:p>
            <a:p>
              <a:r>
                <a:rPr lang="en-US" altLang="ko-KR" sz="1400" dirty="0"/>
                <a:t>(48, 48), size : 64*16px</a:t>
              </a:r>
            </a:p>
            <a:p>
              <a:r>
                <a:rPr lang="ko-KR" altLang="en-US" sz="1400" dirty="0" err="1"/>
                <a:t>금액창</a:t>
              </a:r>
              <a:r>
                <a:rPr lang="ko-KR" altLang="en-US" sz="1400" dirty="0"/>
                <a:t> 좌표</a:t>
              </a:r>
              <a:endParaRPr lang="en-US" altLang="ko-KR" sz="1400" dirty="0"/>
            </a:p>
            <a:p>
              <a:r>
                <a:rPr lang="en-US" altLang="ko-KR" sz="1400" dirty="0"/>
                <a:t>(48, 64), size : 64*16px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314982CE-394D-86F0-A490-119946F19AEB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 flipV="1">
              <a:off x="1841886" y="4588051"/>
              <a:ext cx="383418" cy="5667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6C4DA65-2DBD-7119-3894-2C229B29ADC8}"/>
              </a:ext>
            </a:extLst>
          </p:cNvPr>
          <p:cNvGrpSpPr/>
          <p:nvPr/>
        </p:nvGrpSpPr>
        <p:grpSpPr>
          <a:xfrm>
            <a:off x="7957226" y="2608363"/>
            <a:ext cx="4030502" cy="1384995"/>
            <a:chOff x="424059" y="4200317"/>
            <a:chExt cx="4304808" cy="175738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D56D1E9-56DA-6AD3-4C61-20EFE33E1EDB}"/>
                </a:ext>
              </a:extLst>
            </p:cNvPr>
            <p:cNvSpPr txBox="1"/>
            <p:nvPr/>
          </p:nvSpPr>
          <p:spPr>
            <a:xfrm>
              <a:off x="2754474" y="4200317"/>
              <a:ext cx="1974393" cy="175738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이 창 좌표</a:t>
              </a:r>
              <a:endParaRPr lang="en-US" altLang="ko-KR" sz="1400" dirty="0"/>
            </a:p>
            <a:p>
              <a:r>
                <a:rPr lang="ko-KR" altLang="en-US" sz="1400" dirty="0"/>
                <a:t>쓰임 </a:t>
              </a:r>
              <a:r>
                <a:rPr lang="en-US" altLang="ko-KR" sz="1400" dirty="0"/>
                <a:t>: </a:t>
              </a:r>
              <a:r>
                <a:rPr lang="ko-KR" altLang="en-US" sz="1400" dirty="0"/>
                <a:t>화면 우측상단</a:t>
              </a:r>
              <a:endParaRPr lang="en-US" altLang="ko-KR" sz="1400" dirty="0"/>
            </a:p>
            <a:p>
              <a:r>
                <a:rPr lang="ko-KR" altLang="en-US" sz="1400" dirty="0"/>
                <a:t>물음표를 누르면</a:t>
              </a:r>
              <a:endParaRPr lang="en-US" altLang="ko-KR" sz="1400" dirty="0"/>
            </a:p>
            <a:p>
              <a:r>
                <a:rPr lang="ko-KR" altLang="en-US" sz="1400" dirty="0"/>
                <a:t>화면 가운데 등장함</a:t>
              </a:r>
              <a:endParaRPr lang="en-US" altLang="ko-KR" sz="1400" dirty="0"/>
            </a:p>
            <a:p>
              <a:r>
                <a:rPr lang="en-US" altLang="ko-KR" sz="1400" dirty="0"/>
                <a:t>(656, 96)</a:t>
              </a:r>
            </a:p>
            <a:p>
              <a:r>
                <a:rPr lang="en-US" altLang="ko-KR" sz="1400" dirty="0"/>
                <a:t>size : 224*160px</a:t>
              </a:r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E86A7CDF-3F7C-8EF8-1759-5E71AC7911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059" y="4278606"/>
              <a:ext cx="241087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3442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92684-6821-D28C-1D0B-73DEB28A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D85DA64-8433-0EC3-B36E-FC94E786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Ui_fullscreen.tmx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BFB76D-FC36-C260-018E-4D8F08A4B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98"/>
          <a:stretch>
            <a:fillRect/>
          </a:stretch>
        </p:blipFill>
        <p:spPr>
          <a:xfrm>
            <a:off x="1111008" y="1542915"/>
            <a:ext cx="9969984" cy="40187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D89834-442E-7C34-9982-9452EA5FE024}"/>
              </a:ext>
            </a:extLst>
          </p:cNvPr>
          <p:cNvSpPr txBox="1"/>
          <p:nvPr/>
        </p:nvSpPr>
        <p:spPr>
          <a:xfrm>
            <a:off x="1388071" y="1738935"/>
            <a:ext cx="856325" cy="32188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Spring, D+1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BD0AFF-59B8-C793-F331-612B7487B31B}"/>
              </a:ext>
            </a:extLst>
          </p:cNvPr>
          <p:cNvSpPr txBox="1"/>
          <p:nvPr/>
        </p:nvSpPr>
        <p:spPr>
          <a:xfrm>
            <a:off x="1535893" y="1918886"/>
            <a:ext cx="461986" cy="32188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12:30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3D85D-D68B-926D-E55F-EF280547AD7A}"/>
              </a:ext>
            </a:extLst>
          </p:cNvPr>
          <p:cNvSpPr txBox="1"/>
          <p:nvPr/>
        </p:nvSpPr>
        <p:spPr>
          <a:xfrm>
            <a:off x="1531887" y="2079828"/>
            <a:ext cx="470000" cy="3218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3,500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E2268C-15D5-F8D8-0AB0-E4EF0944CEF7}"/>
              </a:ext>
            </a:extLst>
          </p:cNvPr>
          <p:cNvSpPr txBox="1"/>
          <p:nvPr/>
        </p:nvSpPr>
        <p:spPr>
          <a:xfrm>
            <a:off x="7752078" y="2736964"/>
            <a:ext cx="2167581" cy="11573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Manage your very own farm!</a:t>
            </a:r>
          </a:p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Expand your fields to cultivate larger crops, and grow your farm by raising a variety of animals. Don't forget to set up greenhouses and barns to prepare for the harsh winter.</a:t>
            </a:r>
          </a:p>
          <a:p>
            <a:pPr algn="ctr">
              <a:lnSpc>
                <a:spcPct val="150000"/>
              </a:lnSpc>
            </a:pPr>
            <a:r>
              <a:rPr lang="en-US" altLang="ko-KR" sz="9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Good luck!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3BABFFFD-BC4D-2C24-090E-8CF010AA3348}"/>
              </a:ext>
            </a:extLst>
          </p:cNvPr>
          <p:cNvGrpSpPr/>
          <p:nvPr/>
        </p:nvGrpSpPr>
        <p:grpSpPr>
          <a:xfrm>
            <a:off x="3114948" y="1196796"/>
            <a:ext cx="4112703" cy="1038968"/>
            <a:chOff x="2754474" y="4200317"/>
            <a:chExt cx="4392604" cy="1318320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7485171-292D-1964-77F5-F70ABE1B9205}"/>
                </a:ext>
              </a:extLst>
            </p:cNvPr>
            <p:cNvSpPr txBox="1"/>
            <p:nvPr/>
          </p:nvSpPr>
          <p:spPr>
            <a:xfrm>
              <a:off x="2754474" y="4200317"/>
              <a:ext cx="3712352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물음표 좌표</a:t>
              </a:r>
              <a:r>
                <a:rPr lang="en-US" altLang="ko-KR" sz="1400" dirty="0"/>
                <a:t> (608, 64)</a:t>
              </a:r>
            </a:p>
            <a:p>
              <a:r>
                <a:rPr lang="en-US" altLang="ko-KR" sz="1400" dirty="0"/>
                <a:t>size : 16*16px</a:t>
              </a:r>
            </a:p>
            <a:p>
              <a:r>
                <a:rPr lang="ko-KR" altLang="en-US" sz="1400" dirty="0"/>
                <a:t>오른쪽 박스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창이 화면 가운데 뜸</a:t>
              </a:r>
              <a:endParaRPr lang="en-US" altLang="ko-KR" sz="1400" dirty="0"/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52B96450-927F-AFB6-D118-E615DD51EED3}"/>
                </a:ext>
              </a:extLst>
            </p:cNvPr>
            <p:cNvCxnSpPr>
              <a:cxnSpLocks/>
            </p:cNvCxnSpPr>
            <p:nvPr/>
          </p:nvCxnSpPr>
          <p:spPr>
            <a:xfrm>
              <a:off x="5705643" y="5029650"/>
              <a:ext cx="1441435" cy="4889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E4CE89F-27E2-A287-74AC-DA5093E845D5}"/>
              </a:ext>
            </a:extLst>
          </p:cNvPr>
          <p:cNvGrpSpPr/>
          <p:nvPr/>
        </p:nvGrpSpPr>
        <p:grpSpPr>
          <a:xfrm>
            <a:off x="3890203" y="351782"/>
            <a:ext cx="3475797" cy="1728045"/>
            <a:chOff x="2754474" y="4200317"/>
            <a:chExt cx="3712352" cy="219267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4F1B999-01CB-D7FB-F318-BBCF1D32D61E}"/>
                </a:ext>
              </a:extLst>
            </p:cNvPr>
            <p:cNvSpPr txBox="1"/>
            <p:nvPr/>
          </p:nvSpPr>
          <p:spPr>
            <a:xfrm>
              <a:off x="2754474" y="4200317"/>
              <a:ext cx="3712352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setting</a:t>
              </a:r>
              <a:r>
                <a:rPr lang="ko-KR" altLang="en-US" sz="1400" dirty="0"/>
                <a:t> 좌표</a:t>
              </a:r>
              <a:r>
                <a:rPr lang="en-US" altLang="ko-KR" sz="1400" dirty="0"/>
                <a:t> (608, 48)</a:t>
              </a:r>
            </a:p>
            <a:p>
              <a:r>
                <a:rPr lang="en-US" altLang="ko-KR" sz="1400" dirty="0"/>
                <a:t>size : 16*16px</a:t>
              </a:r>
            </a:p>
            <a:p>
              <a:r>
                <a:rPr lang="en-US" altLang="ko-KR" sz="1400" dirty="0"/>
                <a:t>Setting </a:t>
              </a:r>
              <a:r>
                <a:rPr lang="ko-KR" altLang="en-US" sz="1400" dirty="0"/>
                <a:t>창이 바로 뜸</a:t>
              </a:r>
              <a:endParaRPr lang="en-US" altLang="ko-KR" sz="1400" dirty="0"/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9A464B7B-AF90-45F9-6521-427580C50613}"/>
                </a:ext>
              </a:extLst>
            </p:cNvPr>
            <p:cNvCxnSpPr>
              <a:cxnSpLocks/>
            </p:cNvCxnSpPr>
            <p:nvPr/>
          </p:nvCxnSpPr>
          <p:spPr>
            <a:xfrm>
              <a:off x="4906061" y="5074671"/>
              <a:ext cx="1413000" cy="131831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34A5BB53-A28B-AA19-884E-DE080A5EB2A2}"/>
              </a:ext>
            </a:extLst>
          </p:cNvPr>
          <p:cNvGrpSpPr/>
          <p:nvPr/>
        </p:nvGrpSpPr>
        <p:grpSpPr>
          <a:xfrm>
            <a:off x="2796494" y="2127351"/>
            <a:ext cx="4431157" cy="523220"/>
            <a:chOff x="2754474" y="4200317"/>
            <a:chExt cx="4732731" cy="663901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E94E8B6-B976-5254-09CE-DEF1121DC8CC}"/>
                </a:ext>
              </a:extLst>
            </p:cNvPr>
            <p:cNvSpPr txBox="1"/>
            <p:nvPr/>
          </p:nvSpPr>
          <p:spPr>
            <a:xfrm>
              <a:off x="2754474" y="4200317"/>
              <a:ext cx="3712351" cy="66390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소리 켜고 끄기 좌표</a:t>
              </a:r>
              <a:r>
                <a:rPr lang="en-US" altLang="ko-KR" sz="1400" dirty="0"/>
                <a:t> (608, 80)</a:t>
              </a:r>
            </a:p>
            <a:p>
              <a:r>
                <a:rPr lang="en-US" altLang="ko-KR" sz="1400" dirty="0"/>
                <a:t>size : 16*16px</a:t>
              </a: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BA72AF1E-A514-2328-C97F-D048A06789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4461" y="4579194"/>
              <a:ext cx="2542744" cy="17401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41686E8B-0F35-4D51-02C8-E3D0FF7D3CD6}"/>
              </a:ext>
            </a:extLst>
          </p:cNvPr>
          <p:cNvSpPr txBox="1"/>
          <p:nvPr/>
        </p:nvSpPr>
        <p:spPr>
          <a:xfrm>
            <a:off x="9630896" y="4132316"/>
            <a:ext cx="2194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수정사항 있어서</a:t>
            </a:r>
            <a:endParaRPr lang="en-US" altLang="ko-KR" dirty="0"/>
          </a:p>
          <a:p>
            <a:r>
              <a:rPr lang="ko-KR" altLang="en-US" dirty="0"/>
              <a:t>따로 다시 드리겠음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A305CA32-18B1-5770-F9CF-A3B92B36C482}"/>
              </a:ext>
            </a:extLst>
          </p:cNvPr>
          <p:cNvGrpSpPr/>
          <p:nvPr/>
        </p:nvGrpSpPr>
        <p:grpSpPr>
          <a:xfrm>
            <a:off x="6415135" y="89349"/>
            <a:ext cx="3475797" cy="1646641"/>
            <a:chOff x="2754474" y="4200317"/>
            <a:chExt cx="3712352" cy="208938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9907C91-E957-48B0-12B9-C3DEC8C68B77}"/>
                </a:ext>
              </a:extLst>
            </p:cNvPr>
            <p:cNvSpPr txBox="1"/>
            <p:nvPr/>
          </p:nvSpPr>
          <p:spPr>
            <a:xfrm>
              <a:off x="2754474" y="4200317"/>
              <a:ext cx="3712352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Health </a:t>
              </a:r>
              <a:r>
                <a:rPr lang="ko-KR" altLang="en-US" sz="1400" dirty="0"/>
                <a:t>수치 표시</a:t>
              </a:r>
              <a:r>
                <a:rPr lang="en-US" altLang="ko-KR" sz="1400" dirty="0"/>
                <a:t>(656, 16)</a:t>
              </a:r>
            </a:p>
            <a:p>
              <a:r>
                <a:rPr lang="en-US" altLang="ko-KR" sz="1400" dirty="0"/>
                <a:t>size : 144*16px</a:t>
              </a:r>
            </a:p>
            <a:p>
              <a:r>
                <a:rPr lang="ko-KR" altLang="en-US" sz="1400" dirty="0"/>
                <a:t>수치 길이 비례하게 잘라 배치</a:t>
              </a:r>
              <a:endParaRPr lang="en-US" altLang="ko-KR" sz="1400" dirty="0"/>
            </a:p>
          </p:txBody>
        </p: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F8152834-66B8-B7AE-F377-2FB5CC3396EB}"/>
                </a:ext>
              </a:extLst>
            </p:cNvPr>
            <p:cNvCxnSpPr>
              <a:cxnSpLocks/>
            </p:cNvCxnSpPr>
            <p:nvPr/>
          </p:nvCxnSpPr>
          <p:spPr>
            <a:xfrm>
              <a:off x="3798488" y="5137589"/>
              <a:ext cx="334004" cy="115211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C5850EE-1ECC-0162-9BE5-AD9052D2917A}"/>
              </a:ext>
            </a:extLst>
          </p:cNvPr>
          <p:cNvGrpSpPr/>
          <p:nvPr/>
        </p:nvGrpSpPr>
        <p:grpSpPr>
          <a:xfrm>
            <a:off x="9098808" y="172610"/>
            <a:ext cx="3475797" cy="1563381"/>
            <a:chOff x="3419939" y="4305964"/>
            <a:chExt cx="3712352" cy="1983735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ABAA895-EE70-CCFD-AD89-08D6C6D7E474}"/>
                </a:ext>
              </a:extLst>
            </p:cNvPr>
            <p:cNvSpPr txBox="1"/>
            <p:nvPr/>
          </p:nvSpPr>
          <p:spPr>
            <a:xfrm>
              <a:off x="3419939" y="4305964"/>
              <a:ext cx="3712352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Hunger</a:t>
              </a:r>
              <a:r>
                <a:rPr lang="ko-KR" altLang="en-US" sz="1400" dirty="0"/>
                <a:t> 수치 표시</a:t>
              </a:r>
              <a:r>
                <a:rPr lang="en-US" altLang="ko-KR" sz="1400" dirty="0"/>
                <a:t> (832, 16)</a:t>
              </a:r>
            </a:p>
            <a:p>
              <a:r>
                <a:rPr lang="en-US" altLang="ko-KR" sz="1400" dirty="0"/>
                <a:t>size : 144*16px</a:t>
              </a:r>
            </a:p>
            <a:p>
              <a:r>
                <a:rPr lang="ko-KR" altLang="en-US" sz="1400" dirty="0"/>
                <a:t>수치 길이 비례하게 잘라 배치</a:t>
              </a:r>
              <a:endParaRPr lang="en-US" altLang="ko-KR" sz="1400" dirty="0"/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1F35BEF0-66FB-B073-AA95-C096A84922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5838" y="5243236"/>
              <a:ext cx="420135" cy="10464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F0F9026-554D-A72B-7A4D-0BEFCF0DD0BD}"/>
              </a:ext>
            </a:extLst>
          </p:cNvPr>
          <p:cNvGrpSpPr/>
          <p:nvPr/>
        </p:nvGrpSpPr>
        <p:grpSpPr>
          <a:xfrm>
            <a:off x="5269443" y="1899877"/>
            <a:ext cx="3475797" cy="1775220"/>
            <a:chOff x="2754474" y="2885056"/>
            <a:chExt cx="3712352" cy="2252533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39140E5-8251-07DA-72EC-5858BD90692F}"/>
                </a:ext>
              </a:extLst>
            </p:cNvPr>
            <p:cNvSpPr txBox="1"/>
            <p:nvPr/>
          </p:nvSpPr>
          <p:spPr>
            <a:xfrm>
              <a:off x="2754474" y="4200317"/>
              <a:ext cx="3712352" cy="93727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Exp </a:t>
              </a:r>
              <a:r>
                <a:rPr lang="ko-KR" altLang="en-US" sz="1400" dirty="0"/>
                <a:t>수치 표시</a:t>
              </a:r>
              <a:r>
                <a:rPr lang="en-US" altLang="ko-KR" sz="1400" dirty="0"/>
                <a:t>(656, 32)</a:t>
              </a:r>
            </a:p>
            <a:p>
              <a:r>
                <a:rPr lang="en-US" altLang="ko-KR" sz="1400" dirty="0"/>
                <a:t>size : 320*16px</a:t>
              </a:r>
            </a:p>
            <a:p>
              <a:r>
                <a:rPr lang="ko-KR" altLang="en-US" sz="1400" dirty="0"/>
                <a:t>수치 길이 비례하게 잘라 배치</a:t>
              </a:r>
              <a:endParaRPr lang="en-US" altLang="ko-KR" sz="1400" dirty="0"/>
            </a:p>
          </p:txBody>
        </p: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4AE71353-E4CE-B2E9-D06E-808A6A569B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1938" y="2885056"/>
              <a:ext cx="504219" cy="12807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9122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4CE04-8890-9D16-BF3A-6CD5E4D8F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4FBDFE-0347-7173-81C9-1C364705E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193" y="504057"/>
            <a:ext cx="10455613" cy="675735"/>
          </a:xfrm>
        </p:spPr>
        <p:txBody>
          <a:bodyPr>
            <a:normAutofit fontScale="90000"/>
          </a:bodyPr>
          <a:lstStyle/>
          <a:p>
            <a:r>
              <a:rPr lang="ko-KR" altLang="en-US" sz="2800" dirty="0"/>
              <a:t>앞으로 소개될 창들은 </a:t>
            </a:r>
            <a:r>
              <a:rPr lang="en-US" altLang="ko-KR" sz="2800" dirty="0"/>
              <a:t>E </a:t>
            </a:r>
            <a:r>
              <a:rPr lang="ko-KR" altLang="en-US" sz="2800" dirty="0"/>
              <a:t>키를 누르면 나오는 인벤토리를 비롯하여 캐릭터의 기술 단계</a:t>
            </a:r>
            <a:r>
              <a:rPr lang="en-US" altLang="ko-KR" sz="2800" dirty="0"/>
              <a:t>, </a:t>
            </a:r>
            <a:r>
              <a:rPr lang="ko-KR" altLang="en-US" sz="2800" dirty="0"/>
              <a:t>지도</a:t>
            </a:r>
            <a:r>
              <a:rPr lang="en-US" altLang="ko-KR" sz="2800" dirty="0"/>
              <a:t>, </a:t>
            </a:r>
            <a:r>
              <a:rPr lang="ko-KR" altLang="en-US" sz="2800" dirty="0"/>
              <a:t>설정</a:t>
            </a:r>
            <a:r>
              <a:rPr lang="en-US" altLang="ko-KR" sz="2800" dirty="0"/>
              <a:t>, </a:t>
            </a:r>
            <a:r>
              <a:rPr lang="ko-KR" altLang="en-US" sz="2800" dirty="0"/>
              <a:t>게임 종료 창임</a:t>
            </a:r>
            <a:r>
              <a:rPr lang="en-US" altLang="ko-KR" sz="2800" dirty="0"/>
              <a:t>.</a:t>
            </a:r>
            <a:br>
              <a:rPr lang="en-US" altLang="ko-KR" sz="2800" dirty="0"/>
            </a:br>
            <a:r>
              <a:rPr lang="en-US" altLang="ko-KR" sz="2800" dirty="0"/>
              <a:t>E</a:t>
            </a:r>
            <a:r>
              <a:rPr lang="ko-KR" altLang="en-US" sz="2800" dirty="0"/>
              <a:t>를 누르면 일단 인벤토리가 나와야 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AD9404-EA8F-F4F3-28B2-0D5980923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05" y="1505856"/>
            <a:ext cx="3627434" cy="339881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2A992F9-A73A-D081-3FC5-B7A0B5B66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3" t="5758" r="40946" b="50000"/>
          <a:stretch>
            <a:fillRect/>
          </a:stretch>
        </p:blipFill>
        <p:spPr>
          <a:xfrm>
            <a:off x="8737820" y="1596290"/>
            <a:ext cx="2944139" cy="230247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4A8BF31-E601-D9D6-5CA2-4F483FC21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145" y="1752454"/>
            <a:ext cx="3581710" cy="33530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6943720-D6AA-D396-A3B4-0C5D91009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692" y="3573514"/>
            <a:ext cx="4793197" cy="448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642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A3DB5-3519-6CAA-CC03-9F0E46777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189DBF9-3C29-EFE5-2621-E7DBE94A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Ui_exit.tmx</a:t>
            </a:r>
            <a:endParaRPr lang="ko-KR" altLang="en-US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2B703B-AECD-9AF0-2753-32A98E01C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74" b="45794"/>
          <a:stretch>
            <a:fillRect/>
          </a:stretch>
        </p:blipFill>
        <p:spPr>
          <a:xfrm>
            <a:off x="3608893" y="1620393"/>
            <a:ext cx="4364171" cy="3617214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01F1AF30-E795-A778-B21C-210F44062FB4}"/>
              </a:ext>
            </a:extLst>
          </p:cNvPr>
          <p:cNvGrpSpPr/>
          <p:nvPr/>
        </p:nvGrpSpPr>
        <p:grpSpPr>
          <a:xfrm>
            <a:off x="595689" y="1266180"/>
            <a:ext cx="3707100" cy="1078184"/>
            <a:chOff x="3049885" y="4446216"/>
            <a:chExt cx="3712352" cy="194677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69D0B2-5221-F5BE-8AC9-96F3E1B68DAD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전체 창 좌표</a:t>
              </a:r>
              <a:endParaRPr lang="en-US" altLang="ko-KR" sz="1400" dirty="0"/>
            </a:p>
            <a:p>
              <a:r>
                <a:rPr lang="en-US" altLang="ko-KR" sz="1400" dirty="0"/>
                <a:t>(16, 32)</a:t>
              </a:r>
            </a:p>
            <a:p>
              <a:r>
                <a:rPr lang="en-US" altLang="ko-KR" sz="1400" dirty="0"/>
                <a:t>size : 240*192px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6AE0D52A-4DFB-E61D-DE31-F1540311983C}"/>
                </a:ext>
              </a:extLst>
            </p:cNvPr>
            <p:cNvCxnSpPr>
              <a:cxnSpLocks/>
            </p:cNvCxnSpPr>
            <p:nvPr/>
          </p:nvCxnSpPr>
          <p:spPr>
            <a:xfrm>
              <a:off x="4906061" y="5074671"/>
              <a:ext cx="1413000" cy="131831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AAA5AFC-E97F-0F2B-30E1-33E92A3231AC}"/>
              </a:ext>
            </a:extLst>
          </p:cNvPr>
          <p:cNvGrpSpPr/>
          <p:nvPr/>
        </p:nvGrpSpPr>
        <p:grpSpPr>
          <a:xfrm>
            <a:off x="3608893" y="358948"/>
            <a:ext cx="3707100" cy="2063239"/>
            <a:chOff x="3049885" y="4446216"/>
            <a:chExt cx="3712352" cy="37253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0E2806-88E1-B123-04AD-E2654E5B28D0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인벤토리로 가기</a:t>
              </a:r>
              <a:endParaRPr lang="en-US" altLang="ko-KR" sz="1400" dirty="0"/>
            </a:p>
            <a:p>
              <a:r>
                <a:rPr lang="en-US" altLang="ko-KR" sz="1400" dirty="0"/>
                <a:t>(42, 48)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0E251A4C-2F47-8260-0AAB-54AD6F36B388}"/>
                </a:ext>
              </a:extLst>
            </p:cNvPr>
            <p:cNvCxnSpPr>
              <a:cxnSpLocks/>
            </p:cNvCxnSpPr>
            <p:nvPr/>
          </p:nvCxnSpPr>
          <p:spPr>
            <a:xfrm>
              <a:off x="3663664" y="5779951"/>
              <a:ext cx="233795" cy="239165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74C2C28-22FC-1576-55C6-239CDB0E03AD}"/>
              </a:ext>
            </a:extLst>
          </p:cNvPr>
          <p:cNvGrpSpPr/>
          <p:nvPr/>
        </p:nvGrpSpPr>
        <p:grpSpPr>
          <a:xfrm>
            <a:off x="5019895" y="358948"/>
            <a:ext cx="3755385" cy="2063239"/>
            <a:chOff x="3001532" y="4446216"/>
            <a:chExt cx="3760705" cy="372539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05CBD5-0B85-3905-44A4-1719588C1800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Skills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(75, 48)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F91D769D-2E49-9577-8472-7116604F92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1532" y="5779951"/>
              <a:ext cx="662133" cy="239165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A6A5664-0515-2D36-58C1-98BF7A08E1F1}"/>
              </a:ext>
            </a:extLst>
          </p:cNvPr>
          <p:cNvGrpSpPr/>
          <p:nvPr/>
        </p:nvGrpSpPr>
        <p:grpSpPr>
          <a:xfrm>
            <a:off x="5462443" y="327383"/>
            <a:ext cx="5001224" cy="2094804"/>
            <a:chOff x="1753928" y="4446216"/>
            <a:chExt cx="5008309" cy="3782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661C83-D1D7-D5DE-6EBF-50F028A79689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map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(106, 48)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88537CD-7309-8BFD-88B2-5DA0AC86D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3928" y="5779951"/>
              <a:ext cx="1909737" cy="24486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BC92D54-4883-2712-4AF8-CEB4D8D5EC89}"/>
              </a:ext>
            </a:extLst>
          </p:cNvPr>
          <p:cNvGrpSpPr/>
          <p:nvPr/>
        </p:nvGrpSpPr>
        <p:grpSpPr>
          <a:xfrm>
            <a:off x="6075354" y="287497"/>
            <a:ext cx="6203865" cy="2159877"/>
            <a:chOff x="549583" y="4446216"/>
            <a:chExt cx="6212654" cy="38998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740C1AA-5F7B-8B0F-5B43-09C6AF122AC7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setting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(139, 48)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475E3730-FA36-B57E-3E50-3DB92B6A56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583" y="5779951"/>
              <a:ext cx="3114081" cy="25661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0C5CBDB-9FEF-3AD2-5C2C-D50EEA8F84D7}"/>
              </a:ext>
            </a:extLst>
          </p:cNvPr>
          <p:cNvGrpSpPr/>
          <p:nvPr/>
        </p:nvGrpSpPr>
        <p:grpSpPr>
          <a:xfrm>
            <a:off x="7169285" y="1796391"/>
            <a:ext cx="5158219" cy="980010"/>
            <a:chOff x="1596710" y="4446216"/>
            <a:chExt cx="5165527" cy="176951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43CBB6A-4437-7958-178C-396E45574131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창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끄기</a:t>
              </a:r>
              <a:endParaRPr lang="en-US" altLang="ko-KR" sz="1400" dirty="0"/>
            </a:p>
            <a:p>
              <a:r>
                <a:rPr lang="en-US" altLang="ko-KR" sz="1400" dirty="0"/>
                <a:t>(222, 75)</a:t>
              </a:r>
            </a:p>
            <a:p>
              <a:r>
                <a:rPr lang="en-US" altLang="ko-KR" sz="1400" dirty="0"/>
                <a:t>size : 7*7px</a:t>
              </a:r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4E86DD27-25A4-C1AC-E028-27A6E06A4E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710" y="5779951"/>
              <a:ext cx="2066954" cy="4357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1584871-0903-498D-F15D-1739EC566C79}"/>
              </a:ext>
            </a:extLst>
          </p:cNvPr>
          <p:cNvGrpSpPr/>
          <p:nvPr/>
        </p:nvGrpSpPr>
        <p:grpSpPr>
          <a:xfrm>
            <a:off x="5282119" y="4420429"/>
            <a:ext cx="3902911" cy="1780742"/>
            <a:chOff x="2881059" y="2524544"/>
            <a:chExt cx="3908441" cy="321531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017D056-EB66-5340-7E74-8DF9C3EF40C9}"/>
                </a:ext>
              </a:extLst>
            </p:cNvPr>
            <p:cNvSpPr txBox="1"/>
            <p:nvPr/>
          </p:nvSpPr>
          <p:spPr>
            <a:xfrm>
              <a:off x="3077148" y="4406123"/>
              <a:ext cx="3712352" cy="13337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세 번째 버튼</a:t>
              </a:r>
              <a:endParaRPr lang="en-US" altLang="ko-KR" sz="1400" dirty="0"/>
            </a:p>
            <a:p>
              <a:r>
                <a:rPr lang="en-US" altLang="ko-KR" sz="1400" dirty="0"/>
                <a:t>(92, 171)</a:t>
              </a:r>
            </a:p>
            <a:p>
              <a:r>
                <a:rPr lang="en-US" altLang="ko-KR" sz="1400" dirty="0"/>
                <a:t>size : 88*25px</a:t>
              </a: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5CDC72CE-EDE6-4FAA-BD60-E8C5D310552F}"/>
                </a:ext>
              </a:extLst>
            </p:cNvPr>
            <p:cNvCxnSpPr>
              <a:cxnSpLocks/>
              <a:stCxn id="31" idx="1"/>
            </p:cNvCxnSpPr>
            <p:nvPr/>
          </p:nvCxnSpPr>
          <p:spPr>
            <a:xfrm flipH="1" flipV="1">
              <a:off x="2881059" y="2524544"/>
              <a:ext cx="196088" cy="254844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57FD859-0771-8D44-3E62-B0F12307A08A}"/>
              </a:ext>
            </a:extLst>
          </p:cNvPr>
          <p:cNvGrpSpPr/>
          <p:nvPr/>
        </p:nvGrpSpPr>
        <p:grpSpPr>
          <a:xfrm>
            <a:off x="6415960" y="3928528"/>
            <a:ext cx="5466170" cy="861233"/>
            <a:chOff x="1315585" y="4184812"/>
            <a:chExt cx="5473915" cy="155504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4FFC02C-EF30-46A7-F975-E5BF0917D684}"/>
                </a:ext>
              </a:extLst>
            </p:cNvPr>
            <p:cNvSpPr txBox="1"/>
            <p:nvPr/>
          </p:nvSpPr>
          <p:spPr>
            <a:xfrm>
              <a:off x="3077148" y="4406123"/>
              <a:ext cx="3712352" cy="13337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두 번째 버튼</a:t>
              </a:r>
              <a:endParaRPr lang="en-US" altLang="ko-KR" sz="1400" dirty="0"/>
            </a:p>
            <a:p>
              <a:r>
                <a:rPr lang="en-US" altLang="ko-KR" sz="1400" dirty="0"/>
                <a:t>(92, 139)</a:t>
              </a:r>
            </a:p>
            <a:p>
              <a:r>
                <a:rPr lang="en-US" altLang="ko-KR" sz="1400" dirty="0"/>
                <a:t>size : 88*25px</a:t>
              </a:r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948EDB3B-6441-F468-C89B-B6B5C1AE1907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flipH="1" flipV="1">
              <a:off x="1315585" y="4184812"/>
              <a:ext cx="1761562" cy="8881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216405B-5767-D2A0-6EAE-D9863D75422C}"/>
              </a:ext>
            </a:extLst>
          </p:cNvPr>
          <p:cNvGrpSpPr/>
          <p:nvPr/>
        </p:nvGrpSpPr>
        <p:grpSpPr>
          <a:xfrm>
            <a:off x="6595585" y="3260810"/>
            <a:ext cx="5498825" cy="738664"/>
            <a:chOff x="1282884" y="4406123"/>
            <a:chExt cx="5506616" cy="133373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2D409AC-2206-2EA2-5317-E694CC404F9D}"/>
                </a:ext>
              </a:extLst>
            </p:cNvPr>
            <p:cNvSpPr txBox="1"/>
            <p:nvPr/>
          </p:nvSpPr>
          <p:spPr>
            <a:xfrm>
              <a:off x="3077148" y="4406123"/>
              <a:ext cx="3712352" cy="13337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첫 번째 버튼</a:t>
              </a:r>
              <a:endParaRPr lang="en-US" altLang="ko-KR" sz="1400" dirty="0"/>
            </a:p>
            <a:p>
              <a:r>
                <a:rPr lang="en-US" altLang="ko-KR" sz="1400" dirty="0"/>
                <a:t>(92, 107)</a:t>
              </a:r>
            </a:p>
            <a:p>
              <a:r>
                <a:rPr lang="en-US" altLang="ko-KR" sz="1400" dirty="0"/>
                <a:t>size : 88*25px</a:t>
              </a: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03FE195-46F4-CF53-6F0E-5562623D42A2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flipH="1" flipV="1">
              <a:off x="1282884" y="4944890"/>
              <a:ext cx="1794265" cy="1281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6797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4904F-90EB-70A6-6C46-BDAFB9691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FFB967E6-6721-3A68-00CC-AAAC4A2CB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970" y="1497506"/>
            <a:ext cx="7453181" cy="6983444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4E11355A-1E41-C88A-223A-4CA13C14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Ui_inventory.tmx</a:t>
            </a:r>
            <a:endParaRPr lang="ko-KR" altLang="en-US" sz="28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D1BB386-6FFE-5A0C-F59E-4059C36A26D9}"/>
              </a:ext>
            </a:extLst>
          </p:cNvPr>
          <p:cNvGrpSpPr/>
          <p:nvPr/>
        </p:nvGrpSpPr>
        <p:grpSpPr>
          <a:xfrm>
            <a:off x="344236" y="1301546"/>
            <a:ext cx="3707100" cy="864177"/>
            <a:chOff x="3049885" y="4446216"/>
            <a:chExt cx="3712352" cy="156036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8E00E27-9824-D450-6067-B21762549F92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전체 창 좌표</a:t>
              </a:r>
              <a:endParaRPr lang="en-US" altLang="ko-KR" sz="1400" dirty="0"/>
            </a:p>
            <a:p>
              <a:r>
                <a:rPr lang="en-US" altLang="ko-KR" sz="1400" dirty="0"/>
                <a:t>(16, 32)</a:t>
              </a:r>
            </a:p>
            <a:p>
              <a:r>
                <a:rPr lang="en-US" altLang="ko-KR" sz="1400" dirty="0"/>
                <a:t>size : 240*192px</a:t>
              </a:r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A87B9CFD-891B-B461-8078-14C5D41E38F3}"/>
                </a:ext>
              </a:extLst>
            </p:cNvPr>
            <p:cNvCxnSpPr>
              <a:cxnSpLocks/>
            </p:cNvCxnSpPr>
            <p:nvPr/>
          </p:nvCxnSpPr>
          <p:spPr>
            <a:xfrm>
              <a:off x="4906061" y="5074671"/>
              <a:ext cx="1375677" cy="93190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82709BD-3EE8-B505-B8D8-1132A7C4D2AC}"/>
              </a:ext>
            </a:extLst>
          </p:cNvPr>
          <p:cNvGrpSpPr/>
          <p:nvPr/>
        </p:nvGrpSpPr>
        <p:grpSpPr>
          <a:xfrm>
            <a:off x="3785527" y="260828"/>
            <a:ext cx="3707100" cy="2095470"/>
            <a:chOff x="2323088" y="4388020"/>
            <a:chExt cx="3712352" cy="37835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F944D0-E34A-D7E9-6B17-1588E89B0A95}"/>
                </a:ext>
              </a:extLst>
            </p:cNvPr>
            <p:cNvSpPr txBox="1"/>
            <p:nvPr/>
          </p:nvSpPr>
          <p:spPr>
            <a:xfrm>
              <a:off x="2323088" y="4388020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Skills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(75, 48)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29950085-A500-5320-5E7E-1E87E25FE0D5}"/>
                </a:ext>
              </a:extLst>
            </p:cNvPr>
            <p:cNvCxnSpPr>
              <a:cxnSpLocks/>
            </p:cNvCxnSpPr>
            <p:nvPr/>
          </p:nvCxnSpPr>
          <p:spPr>
            <a:xfrm>
              <a:off x="2926173" y="5796449"/>
              <a:ext cx="75359" cy="237516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ADD6DF0-A27C-1757-0392-8884115A1411}"/>
              </a:ext>
            </a:extLst>
          </p:cNvPr>
          <p:cNvGrpSpPr/>
          <p:nvPr/>
        </p:nvGrpSpPr>
        <p:grpSpPr>
          <a:xfrm>
            <a:off x="4905560" y="353579"/>
            <a:ext cx="4117275" cy="2002718"/>
            <a:chOff x="1753928" y="4612487"/>
            <a:chExt cx="4123108" cy="361611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3C4540-7340-3510-6205-1F98F096D653}"/>
                </a:ext>
              </a:extLst>
            </p:cNvPr>
            <p:cNvSpPr txBox="1"/>
            <p:nvPr/>
          </p:nvSpPr>
          <p:spPr>
            <a:xfrm>
              <a:off x="2164684" y="4612487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map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(106, 48)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A6BB608-BEC6-CBD6-1D56-C0DB27CC8016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1753928" y="5778750"/>
              <a:ext cx="734556" cy="24498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9059C7A-637F-13DF-0D40-ED0EC3020962}"/>
              </a:ext>
            </a:extLst>
          </p:cNvPr>
          <p:cNvGrpSpPr/>
          <p:nvPr/>
        </p:nvGrpSpPr>
        <p:grpSpPr>
          <a:xfrm>
            <a:off x="5518471" y="248972"/>
            <a:ext cx="5445107" cy="2132513"/>
            <a:chOff x="549583" y="4495625"/>
            <a:chExt cx="5452821" cy="38504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165B74-4445-9295-4505-5177BCB4ADD1}"/>
                </a:ext>
              </a:extLst>
            </p:cNvPr>
            <p:cNvSpPr txBox="1"/>
            <p:nvPr/>
          </p:nvSpPr>
          <p:spPr>
            <a:xfrm>
              <a:off x="2290052" y="4495625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setting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(139, 48)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5877BB4B-1BD9-18B3-E625-9CCCE0BE3B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583" y="5996832"/>
              <a:ext cx="2064269" cy="23492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B1F42EA-AE51-480C-97FD-F4E6FEC10A28}"/>
              </a:ext>
            </a:extLst>
          </p:cNvPr>
          <p:cNvGrpSpPr/>
          <p:nvPr/>
        </p:nvGrpSpPr>
        <p:grpSpPr>
          <a:xfrm>
            <a:off x="527949" y="2165723"/>
            <a:ext cx="6021197" cy="738664"/>
            <a:chOff x="3176935" y="3934750"/>
            <a:chExt cx="11455389" cy="133373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56BEA9-4FD6-199F-FF8E-A6822317C999}"/>
                </a:ext>
              </a:extLst>
            </p:cNvPr>
            <p:cNvSpPr txBox="1"/>
            <p:nvPr/>
          </p:nvSpPr>
          <p:spPr>
            <a:xfrm>
              <a:off x="3176935" y="3934750"/>
              <a:ext cx="3712351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창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끄기</a:t>
              </a:r>
              <a:endParaRPr lang="en-US" altLang="ko-KR" sz="1400" dirty="0"/>
            </a:p>
            <a:p>
              <a:r>
                <a:rPr lang="en-US" altLang="ko-KR" sz="1400" dirty="0"/>
                <a:t>(222, 75)</a:t>
              </a:r>
            </a:p>
            <a:p>
              <a:r>
                <a:rPr lang="en-US" altLang="ko-KR" sz="1400" dirty="0"/>
                <a:t>size : 7*7px</a:t>
              </a: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851C1B90-986D-8647-4B1E-064406845995}"/>
                </a:ext>
              </a:extLst>
            </p:cNvPr>
            <p:cNvCxnSpPr>
              <a:cxnSpLocks/>
            </p:cNvCxnSpPr>
            <p:nvPr/>
          </p:nvCxnSpPr>
          <p:spPr>
            <a:xfrm>
              <a:off x="4893032" y="4278851"/>
              <a:ext cx="9739292" cy="698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2EF6CAC-5808-F17A-B690-F6789D9AD794}"/>
              </a:ext>
            </a:extLst>
          </p:cNvPr>
          <p:cNvGrpSpPr/>
          <p:nvPr/>
        </p:nvGrpSpPr>
        <p:grpSpPr>
          <a:xfrm>
            <a:off x="6096000" y="289111"/>
            <a:ext cx="6660250" cy="2092374"/>
            <a:chOff x="92551" y="4446216"/>
            <a:chExt cx="6669686" cy="377800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87CFE23-A99C-23DF-AFC5-DB9A35241306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Exit</a:t>
              </a:r>
              <a:r>
                <a:rPr lang="ko-KR" altLang="en-US" sz="1400" dirty="0"/>
                <a:t> 창으로 가기</a:t>
              </a:r>
              <a:endParaRPr lang="en-US" altLang="ko-KR" sz="1400" dirty="0"/>
            </a:p>
            <a:p>
              <a:r>
                <a:rPr lang="en-US" altLang="ko-KR" sz="1400" dirty="0"/>
                <a:t>(170, 48)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21A31C03-7E00-2D36-128B-07FD8D461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551" y="5779951"/>
              <a:ext cx="3571113" cy="24442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A5BB50D-2E63-3068-2A86-41EEF42C1037}"/>
              </a:ext>
            </a:extLst>
          </p:cNvPr>
          <p:cNvSpPr txBox="1"/>
          <p:nvPr/>
        </p:nvSpPr>
        <p:spPr>
          <a:xfrm>
            <a:off x="218338" y="2986484"/>
            <a:ext cx="2914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삭제방식</a:t>
            </a:r>
            <a:r>
              <a:rPr lang="en-US" altLang="ko-KR" dirty="0"/>
              <a:t>..? </a:t>
            </a:r>
            <a:r>
              <a:rPr lang="ko-KR" altLang="en-US" dirty="0"/>
              <a:t>아직 잘 모르겠음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ko-KR" altLang="en-US" dirty="0" err="1"/>
              <a:t>끌어다</a:t>
            </a:r>
            <a:r>
              <a:rPr lang="ko-KR" altLang="en-US" dirty="0"/>
              <a:t> 버릴 수 있나</a:t>
            </a:r>
            <a:r>
              <a:rPr lang="en-US" altLang="ko-KR" dirty="0"/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3721860-52B5-4DBC-A59A-660E327AA3CA}"/>
              </a:ext>
            </a:extLst>
          </p:cNvPr>
          <p:cNvGrpSpPr/>
          <p:nvPr/>
        </p:nvGrpSpPr>
        <p:grpSpPr>
          <a:xfrm>
            <a:off x="560918" y="3024514"/>
            <a:ext cx="3758163" cy="1640752"/>
            <a:chOff x="3176935" y="2305936"/>
            <a:chExt cx="7149944" cy="296254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67E1D9B-3418-F41F-3408-FD6EE1A2BD6A}"/>
                </a:ext>
              </a:extLst>
            </p:cNvPr>
            <p:cNvSpPr txBox="1"/>
            <p:nvPr/>
          </p:nvSpPr>
          <p:spPr>
            <a:xfrm>
              <a:off x="3176935" y="3934750"/>
              <a:ext cx="3712351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보유 머니 </a:t>
              </a:r>
              <a:r>
                <a:rPr lang="ko-KR" altLang="en-US" sz="1400" dirty="0" err="1"/>
                <a:t>출력창</a:t>
              </a:r>
              <a:endParaRPr lang="en-US" altLang="ko-KR" sz="1400" dirty="0"/>
            </a:p>
            <a:p>
              <a:r>
                <a:rPr lang="en-US" altLang="ko-KR" sz="1400" dirty="0"/>
                <a:t>(80, 77)</a:t>
              </a:r>
            </a:p>
            <a:p>
              <a:r>
                <a:rPr lang="en-US" altLang="ko-KR" sz="1400" dirty="0"/>
                <a:t>size : 48*12px</a:t>
              </a: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370CD0AA-C875-648B-C161-8E9942A06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3818" y="2305936"/>
              <a:ext cx="4503061" cy="221888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9E0523C-FA51-16A4-EA75-BE4B5AA2573E}"/>
              </a:ext>
            </a:extLst>
          </p:cNvPr>
          <p:cNvGrpSpPr/>
          <p:nvPr/>
        </p:nvGrpSpPr>
        <p:grpSpPr>
          <a:xfrm>
            <a:off x="527949" y="2986484"/>
            <a:ext cx="4646994" cy="2786778"/>
            <a:chOff x="3176935" y="236666"/>
            <a:chExt cx="8840954" cy="5031819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A97E23-00EC-0241-1D0B-56C25650F77C}"/>
                </a:ext>
              </a:extLst>
            </p:cNvPr>
            <p:cNvSpPr txBox="1"/>
            <p:nvPr/>
          </p:nvSpPr>
          <p:spPr>
            <a:xfrm>
              <a:off x="3176935" y="3934750"/>
              <a:ext cx="3712351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총 수익 </a:t>
              </a:r>
              <a:r>
                <a:rPr lang="ko-KR" altLang="en-US" sz="1400" dirty="0" err="1"/>
                <a:t>출력창</a:t>
              </a:r>
              <a:endParaRPr lang="en-US" altLang="ko-KR" sz="1400" dirty="0"/>
            </a:p>
            <a:p>
              <a:r>
                <a:rPr lang="en-US" altLang="ko-KR" sz="1400" dirty="0"/>
                <a:t>(144, 77)</a:t>
              </a:r>
            </a:p>
            <a:p>
              <a:r>
                <a:rPr lang="en-US" altLang="ko-KR" sz="1400" dirty="0"/>
                <a:t>size : 47*12px</a:t>
              </a:r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4ED97EFE-FC7D-9480-9D93-A6BD1A870F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8783" y="236666"/>
              <a:ext cx="6319106" cy="41450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00071DF-5DE1-EC1E-0760-32BB7B72B143}"/>
              </a:ext>
            </a:extLst>
          </p:cNvPr>
          <p:cNvGrpSpPr/>
          <p:nvPr/>
        </p:nvGrpSpPr>
        <p:grpSpPr>
          <a:xfrm>
            <a:off x="1846231" y="5403930"/>
            <a:ext cx="1951291" cy="1146025"/>
            <a:chOff x="3176935" y="3199217"/>
            <a:chExt cx="3712351" cy="206926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79C83B2-E90C-DA32-6A0A-B2408BC7E839}"/>
                </a:ext>
              </a:extLst>
            </p:cNvPr>
            <p:cNvSpPr txBox="1"/>
            <p:nvPr/>
          </p:nvSpPr>
          <p:spPr>
            <a:xfrm>
              <a:off x="3176935" y="3934750"/>
              <a:ext cx="3712351" cy="13337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슬라이드</a:t>
              </a:r>
              <a:endParaRPr lang="en-US" altLang="ko-KR" sz="1400" dirty="0"/>
            </a:p>
            <a:p>
              <a:r>
                <a:rPr lang="en-US" altLang="ko-KR" sz="1400" dirty="0"/>
                <a:t>(32, 235)</a:t>
              </a:r>
            </a:p>
            <a:p>
              <a:r>
                <a:rPr lang="en-US" altLang="ko-KR" sz="1400" dirty="0"/>
                <a:t>size : 16*16px</a:t>
              </a:r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A253962B-6307-5208-224E-1CEF75446D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8783" y="3199217"/>
              <a:ext cx="1167683" cy="118245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178F585-6E20-1938-CA40-A7ED6B16477D}"/>
              </a:ext>
            </a:extLst>
          </p:cNvPr>
          <p:cNvGrpSpPr/>
          <p:nvPr/>
        </p:nvGrpSpPr>
        <p:grpSpPr>
          <a:xfrm>
            <a:off x="6549145" y="2417416"/>
            <a:ext cx="4212889" cy="738664"/>
            <a:chOff x="485968" y="538942"/>
            <a:chExt cx="8015064" cy="133373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D2B612C-189B-C879-7CF1-BA55AE7B50D0}"/>
                </a:ext>
              </a:extLst>
            </p:cNvPr>
            <p:cNvSpPr txBox="1"/>
            <p:nvPr/>
          </p:nvSpPr>
          <p:spPr>
            <a:xfrm>
              <a:off x="4788681" y="538942"/>
              <a:ext cx="3712351" cy="13337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슬라이드가 지나갈 곳</a:t>
              </a:r>
              <a:endParaRPr lang="en-US" altLang="ko-KR" sz="1400" dirty="0"/>
            </a:p>
            <a:p>
              <a:r>
                <a:rPr lang="en-US" altLang="ko-KR" sz="1400" dirty="0"/>
                <a:t>(208, 96)</a:t>
              </a:r>
            </a:p>
            <a:p>
              <a:r>
                <a:rPr lang="en-US" altLang="ko-KR" sz="1400" dirty="0"/>
                <a:t>size : 16*96px</a:t>
              </a: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F2B26D52-6022-A17E-8FEB-0715670D46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5968" y="1044793"/>
              <a:ext cx="4302713" cy="7428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6C3831A-9C21-21CC-B30E-F895862E5037}"/>
              </a:ext>
            </a:extLst>
          </p:cNvPr>
          <p:cNvGrpSpPr/>
          <p:nvPr/>
        </p:nvGrpSpPr>
        <p:grpSpPr>
          <a:xfrm>
            <a:off x="4958261" y="4665266"/>
            <a:ext cx="4117863" cy="1341540"/>
            <a:chOff x="666756" y="-549614"/>
            <a:chExt cx="7834276" cy="242229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8E7B12F-5314-34B2-2E18-D498B840302A}"/>
                </a:ext>
              </a:extLst>
            </p:cNvPr>
            <p:cNvSpPr txBox="1"/>
            <p:nvPr/>
          </p:nvSpPr>
          <p:spPr>
            <a:xfrm>
              <a:off x="4788681" y="538942"/>
              <a:ext cx="3712351" cy="13337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인벤토리 창</a:t>
              </a:r>
              <a:endParaRPr lang="en-US" altLang="ko-KR" sz="1400" dirty="0"/>
            </a:p>
            <a:p>
              <a:r>
                <a:rPr lang="en-US" altLang="ko-KR" sz="1400" dirty="0"/>
                <a:t>(52, 93)</a:t>
              </a:r>
            </a:p>
            <a:p>
              <a:r>
                <a:rPr lang="en-US" altLang="ko-KR" sz="1400" dirty="0"/>
                <a:t>size : 150*102px</a:t>
              </a: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26FB29BF-9DC2-247B-6309-55A63E0BD0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756" y="-549614"/>
              <a:ext cx="4121925" cy="15944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108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634F-C941-CF80-2820-E658102D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7AAE63E6-5924-91B6-EBE7-3B12A3030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99" b="21930"/>
          <a:stretch>
            <a:fillRect/>
          </a:stretch>
        </p:blipFill>
        <p:spPr>
          <a:xfrm>
            <a:off x="2054330" y="1168182"/>
            <a:ext cx="3242228" cy="5452015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5F152B40-9833-1201-7A41-475EF4000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Ui_inventory.tmx</a:t>
            </a:r>
            <a:endParaRPr lang="ko-KR" altLang="en-US" sz="28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713467E-FA2C-5EF0-B439-48ED0497361D}"/>
              </a:ext>
            </a:extLst>
          </p:cNvPr>
          <p:cNvGrpSpPr/>
          <p:nvPr/>
        </p:nvGrpSpPr>
        <p:grpSpPr>
          <a:xfrm>
            <a:off x="119084" y="1065939"/>
            <a:ext cx="2311599" cy="738664"/>
            <a:chOff x="-2345962" y="4534312"/>
            <a:chExt cx="2314874" cy="133373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976AC8-8EFA-0D27-0C87-1281DEE139AF}"/>
                </a:ext>
              </a:extLst>
            </p:cNvPr>
            <p:cNvSpPr txBox="1"/>
            <p:nvPr/>
          </p:nvSpPr>
          <p:spPr>
            <a:xfrm>
              <a:off x="-2345962" y="4534312"/>
              <a:ext cx="1623097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인벤토리 전체 칸</a:t>
              </a:r>
              <a:endParaRPr lang="en-US" altLang="ko-KR" sz="1400" dirty="0"/>
            </a:p>
            <a:p>
              <a:r>
                <a:rPr lang="en-US" altLang="ko-KR" sz="1400" dirty="0"/>
                <a:t>(385, 13)</a:t>
              </a:r>
            </a:p>
            <a:p>
              <a:r>
                <a:rPr lang="en-US" altLang="ko-KR" sz="1400" dirty="0"/>
                <a:t>size : 150*310px</a:t>
              </a: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4B49C047-B51B-3FE1-31EB-E6B7596877EB}"/>
                </a:ext>
              </a:extLst>
            </p:cNvPr>
            <p:cNvCxnSpPr>
              <a:cxnSpLocks/>
            </p:cNvCxnSpPr>
            <p:nvPr/>
          </p:nvCxnSpPr>
          <p:spPr>
            <a:xfrm>
              <a:off x="-958374" y="5431073"/>
              <a:ext cx="92728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5C8ADB7-6517-9F2D-3507-419DAF143F09}"/>
              </a:ext>
            </a:extLst>
          </p:cNvPr>
          <p:cNvGrpSpPr/>
          <p:nvPr/>
        </p:nvGrpSpPr>
        <p:grpSpPr>
          <a:xfrm>
            <a:off x="2761709" y="823930"/>
            <a:ext cx="6654484" cy="938011"/>
            <a:chOff x="-14483" y="6160777"/>
            <a:chExt cx="6663911" cy="169367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10D910-961C-04FB-9236-8A91A475DDBA}"/>
                </a:ext>
              </a:extLst>
            </p:cNvPr>
            <p:cNvSpPr txBox="1"/>
            <p:nvPr/>
          </p:nvSpPr>
          <p:spPr>
            <a:xfrm>
              <a:off x="2937076" y="6160777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인벤토리 첫 칸</a:t>
              </a:r>
              <a:endParaRPr lang="en-US" altLang="ko-KR" sz="1400" dirty="0"/>
            </a:p>
            <a:p>
              <a:r>
                <a:rPr lang="en-US" altLang="ko-KR" sz="1400" dirty="0"/>
                <a:t>(304, 32)</a:t>
              </a:r>
            </a:p>
            <a:p>
              <a:r>
                <a:rPr lang="en-US" altLang="ko-KR" sz="1400" dirty="0"/>
                <a:t>size : 16*16px</a:t>
              </a: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0E01FC4F-37C6-FCF6-551D-4062FD4BF9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483" y="6827644"/>
              <a:ext cx="2892757" cy="10268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9FB48025-CB1C-0B66-9F56-08F479FEC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91" t="4698" r="12698" b="68027"/>
          <a:stretch>
            <a:fillRect/>
          </a:stretch>
        </p:blipFill>
        <p:spPr>
          <a:xfrm>
            <a:off x="6464636" y="1761940"/>
            <a:ext cx="4583576" cy="4858257"/>
          </a:xfrm>
          <a:prstGeom prst="rect">
            <a:avLst/>
          </a:prstGeom>
        </p:spPr>
      </p:pic>
      <p:sp>
        <p:nvSpPr>
          <p:cNvPr id="26" name="왼쪽 대괄호 25">
            <a:extLst>
              <a:ext uri="{FF2B5EF4-FFF2-40B4-BE49-F238E27FC236}">
                <a16:creationId xmlns:a16="http://schemas.microsoft.com/office/drawing/2014/main" id="{188399EF-A60F-8DF3-4427-3820523930FC}"/>
              </a:ext>
            </a:extLst>
          </p:cNvPr>
          <p:cNvSpPr/>
          <p:nvPr/>
        </p:nvSpPr>
        <p:spPr>
          <a:xfrm>
            <a:off x="6723380" y="3078480"/>
            <a:ext cx="254813" cy="640080"/>
          </a:xfrm>
          <a:prstGeom prst="leftBracke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6C9ADC-DC0D-1A8C-5A59-C92489447AB8}"/>
              </a:ext>
            </a:extLst>
          </p:cNvPr>
          <p:cNvSpPr txBox="1"/>
          <p:nvPr/>
        </p:nvSpPr>
        <p:spPr>
          <a:xfrm>
            <a:off x="5129430" y="3171289"/>
            <a:ext cx="1502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칸 사이 간격</a:t>
            </a:r>
            <a:endParaRPr lang="en-US" altLang="ko-KR" dirty="0"/>
          </a:p>
          <a:p>
            <a:r>
              <a:rPr lang="en-US" altLang="ko-KR" dirty="0"/>
              <a:t>16px(</a:t>
            </a:r>
            <a:r>
              <a:rPr lang="ko-KR" altLang="en-US" dirty="0"/>
              <a:t>전부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8" name="왼쪽 대괄호 27">
            <a:extLst>
              <a:ext uri="{FF2B5EF4-FFF2-40B4-BE49-F238E27FC236}">
                <a16:creationId xmlns:a16="http://schemas.microsoft.com/office/drawing/2014/main" id="{C42756D5-9ABC-EB21-998B-C093D93144BB}"/>
              </a:ext>
            </a:extLst>
          </p:cNvPr>
          <p:cNvSpPr/>
          <p:nvPr/>
        </p:nvSpPr>
        <p:spPr>
          <a:xfrm rot="5400000">
            <a:off x="7790180" y="1996441"/>
            <a:ext cx="254813" cy="640080"/>
          </a:xfrm>
          <a:prstGeom prst="leftBracke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69C6CF-A038-390A-2A5B-0387289F7EAC}"/>
              </a:ext>
            </a:extLst>
          </p:cNvPr>
          <p:cNvSpPr txBox="1"/>
          <p:nvPr/>
        </p:nvSpPr>
        <p:spPr>
          <a:xfrm>
            <a:off x="7486460" y="1481437"/>
            <a:ext cx="1502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칸 사이 간격</a:t>
            </a:r>
            <a:endParaRPr lang="en-US" altLang="ko-KR" dirty="0"/>
          </a:p>
          <a:p>
            <a:r>
              <a:rPr lang="en-US" altLang="ko-KR" dirty="0"/>
              <a:t>16px(</a:t>
            </a:r>
            <a:r>
              <a:rPr lang="ko-KR" altLang="en-US" dirty="0"/>
              <a:t>전부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4" name="왼쪽 대괄호 33">
            <a:extLst>
              <a:ext uri="{FF2B5EF4-FFF2-40B4-BE49-F238E27FC236}">
                <a16:creationId xmlns:a16="http://schemas.microsoft.com/office/drawing/2014/main" id="{F2CD7EAA-C276-EBDE-C6F3-46D4304A154A}"/>
              </a:ext>
            </a:extLst>
          </p:cNvPr>
          <p:cNvSpPr/>
          <p:nvPr/>
        </p:nvSpPr>
        <p:spPr>
          <a:xfrm rot="8017377" flipH="1">
            <a:off x="8402047" y="3694860"/>
            <a:ext cx="177703" cy="819188"/>
          </a:xfrm>
          <a:prstGeom prst="leftBracke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E45E39-18FF-C9D9-DEB7-6B195897D9F0}"/>
              </a:ext>
            </a:extLst>
          </p:cNvPr>
          <p:cNvSpPr txBox="1"/>
          <p:nvPr/>
        </p:nvSpPr>
        <p:spPr>
          <a:xfrm>
            <a:off x="9508262" y="245300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상품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사진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CF31D0-F80D-408B-25B9-5E4B77A30347}"/>
              </a:ext>
            </a:extLst>
          </p:cNvPr>
          <p:cNvSpPr txBox="1"/>
          <p:nvPr/>
        </p:nvSpPr>
        <p:spPr>
          <a:xfrm>
            <a:off x="10010618" y="167015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상품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 err="1">
                <a:solidFill>
                  <a:srgbClr val="FF0000"/>
                </a:solidFill>
              </a:rPr>
              <a:t>갯수</a:t>
            </a:r>
            <a:endParaRPr lang="en-US" altLang="ko-KR" dirty="0">
              <a:solidFill>
                <a:srgbClr val="FF0000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B722C71-A5C9-09DE-E7B9-E644416CE7BA}"/>
              </a:ext>
            </a:extLst>
          </p:cNvPr>
          <p:cNvCxnSpPr>
            <a:cxnSpLocks/>
          </p:cNvCxnSpPr>
          <p:nvPr/>
        </p:nvCxnSpPr>
        <p:spPr>
          <a:xfrm flipH="1">
            <a:off x="10248900" y="2325600"/>
            <a:ext cx="126225" cy="6893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07DFE4A-5297-DDBF-5576-5C99CE104FC4}"/>
              </a:ext>
            </a:extLst>
          </p:cNvPr>
          <p:cNvSpPr txBox="1"/>
          <p:nvPr/>
        </p:nvSpPr>
        <p:spPr>
          <a:xfrm>
            <a:off x="7731789" y="4458124"/>
            <a:ext cx="2601994" cy="175432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상품 사진 우측 상단</a:t>
            </a:r>
            <a:endParaRPr lang="en-US" altLang="ko-KR" dirty="0"/>
          </a:p>
          <a:p>
            <a:r>
              <a:rPr lang="en-US" altLang="ko-KR" dirty="0"/>
              <a:t> ~ </a:t>
            </a:r>
            <a:r>
              <a:rPr lang="ko-KR" altLang="en-US" dirty="0"/>
              <a:t>상품 개수 우측 상단</a:t>
            </a:r>
            <a:endParaRPr lang="en-US" altLang="ko-KR" dirty="0"/>
          </a:p>
          <a:p>
            <a:r>
              <a:rPr lang="en-US" altLang="ko-KR" dirty="0"/>
              <a:t>(16, 15) </a:t>
            </a:r>
            <a:r>
              <a:rPr lang="en-US" altLang="ko-KR" dirty="0" err="1"/>
              <a:t>px</a:t>
            </a:r>
            <a:r>
              <a:rPr lang="en-US" altLang="ko-KR" dirty="0"/>
              <a:t> </a:t>
            </a:r>
            <a:r>
              <a:rPr lang="ko-KR" altLang="en-US" dirty="0" err="1"/>
              <a:t>차이남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상품 개수 담는 곳 크기</a:t>
            </a:r>
            <a:endParaRPr lang="en-US" altLang="ko-KR" dirty="0"/>
          </a:p>
          <a:p>
            <a:r>
              <a:rPr lang="en-US" altLang="ko-KR" dirty="0"/>
              <a:t>5*5px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9080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1843-F12E-267F-DA87-E3E640105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D36E8E83-E084-1012-BB5F-8A8E2B03A92A}"/>
              </a:ext>
            </a:extLst>
          </p:cNvPr>
          <p:cNvGrpSpPr/>
          <p:nvPr/>
        </p:nvGrpSpPr>
        <p:grpSpPr>
          <a:xfrm>
            <a:off x="388660" y="2598617"/>
            <a:ext cx="3707100" cy="738664"/>
            <a:chOff x="3049885" y="4446216"/>
            <a:chExt cx="3712352" cy="133373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0F8BB96-4BA5-93C1-04D3-F1798365B1A3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전체 창 좌표</a:t>
              </a:r>
              <a:endParaRPr lang="en-US" altLang="ko-KR" sz="1400" dirty="0"/>
            </a:p>
            <a:p>
              <a:r>
                <a:rPr lang="en-US" altLang="ko-KR" sz="1400" dirty="0"/>
                <a:t>(16, 32)</a:t>
              </a:r>
            </a:p>
            <a:p>
              <a:r>
                <a:rPr lang="en-US" altLang="ko-KR" sz="1400" dirty="0"/>
                <a:t>size : 240*192px</a:t>
              </a: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E12FCF3E-2240-48DC-ED81-B81A9D6D13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061" y="5069695"/>
              <a:ext cx="1022823" cy="497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46D89F7B-E5F6-9C35-8FC5-8FBF9B78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Ui_map.tmx</a:t>
            </a:r>
            <a:endParaRPr lang="ko-KR" altLang="en-US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51281D-D0FE-0B29-8BB5-D6501D6E7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136" y="1297519"/>
            <a:ext cx="8451105" cy="8037541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778F2220-D298-D1EF-4C3A-ED540CEC4575}"/>
              </a:ext>
            </a:extLst>
          </p:cNvPr>
          <p:cNvGrpSpPr/>
          <p:nvPr/>
        </p:nvGrpSpPr>
        <p:grpSpPr>
          <a:xfrm>
            <a:off x="3785527" y="260828"/>
            <a:ext cx="3707100" cy="2095470"/>
            <a:chOff x="2323088" y="4388020"/>
            <a:chExt cx="3712352" cy="37835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726ECB-A08B-E482-89A1-C5D3617C8691}"/>
                </a:ext>
              </a:extLst>
            </p:cNvPr>
            <p:cNvSpPr txBox="1"/>
            <p:nvPr/>
          </p:nvSpPr>
          <p:spPr>
            <a:xfrm>
              <a:off x="2323088" y="4388020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Skills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(75, 48)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BD1EFF7D-E2C9-2292-BDFB-25231B6F90F5}"/>
                </a:ext>
              </a:extLst>
            </p:cNvPr>
            <p:cNvCxnSpPr>
              <a:cxnSpLocks/>
            </p:cNvCxnSpPr>
            <p:nvPr/>
          </p:nvCxnSpPr>
          <p:spPr>
            <a:xfrm>
              <a:off x="2926173" y="5796449"/>
              <a:ext cx="75359" cy="237516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91DE69E-B918-53E2-D9F7-4D0E33C1FC79}"/>
              </a:ext>
            </a:extLst>
          </p:cNvPr>
          <p:cNvGrpSpPr/>
          <p:nvPr/>
        </p:nvGrpSpPr>
        <p:grpSpPr>
          <a:xfrm>
            <a:off x="5518471" y="248972"/>
            <a:ext cx="5445107" cy="2132513"/>
            <a:chOff x="549583" y="4495625"/>
            <a:chExt cx="5452821" cy="385047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494E14-93AD-72F4-CA1A-B56BDC0895F8}"/>
                </a:ext>
              </a:extLst>
            </p:cNvPr>
            <p:cNvSpPr txBox="1"/>
            <p:nvPr/>
          </p:nvSpPr>
          <p:spPr>
            <a:xfrm>
              <a:off x="2290052" y="4495625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setting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(139, 48)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F6C77551-DEAD-1F3F-2996-4D455AA276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583" y="5996832"/>
              <a:ext cx="2064269" cy="23492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27C1044-5877-BD55-093B-FE6AD47E8353}"/>
              </a:ext>
            </a:extLst>
          </p:cNvPr>
          <p:cNvGrpSpPr/>
          <p:nvPr/>
        </p:nvGrpSpPr>
        <p:grpSpPr>
          <a:xfrm>
            <a:off x="6096000" y="289111"/>
            <a:ext cx="6660250" cy="2092374"/>
            <a:chOff x="92551" y="4446216"/>
            <a:chExt cx="6669686" cy="377800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CF3829-6B5D-71FC-9E03-C271E8C22C55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Exit</a:t>
              </a:r>
              <a:r>
                <a:rPr lang="ko-KR" altLang="en-US" sz="1400" dirty="0"/>
                <a:t> 창으로 가기</a:t>
              </a:r>
              <a:endParaRPr lang="en-US" altLang="ko-KR" sz="1400" dirty="0"/>
            </a:p>
            <a:p>
              <a:r>
                <a:rPr lang="en-US" altLang="ko-KR" sz="1400" dirty="0"/>
                <a:t>(170, 48)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5EA9852D-6A93-8619-BEBB-DEEFCC9C5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551" y="5779951"/>
              <a:ext cx="3571113" cy="24442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118768D-44E1-C082-6A6A-B79D78FF0773}"/>
              </a:ext>
            </a:extLst>
          </p:cNvPr>
          <p:cNvGrpSpPr/>
          <p:nvPr/>
        </p:nvGrpSpPr>
        <p:grpSpPr>
          <a:xfrm>
            <a:off x="6995662" y="1819541"/>
            <a:ext cx="5158219" cy="980010"/>
            <a:chOff x="1596710" y="4446216"/>
            <a:chExt cx="5165527" cy="176951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9A9755F-6978-C8C2-8E00-00DE3C39882E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창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끄기</a:t>
              </a:r>
              <a:endParaRPr lang="en-US" altLang="ko-KR" sz="1400" dirty="0"/>
            </a:p>
            <a:p>
              <a:r>
                <a:rPr lang="en-US" altLang="ko-KR" sz="1400" dirty="0"/>
                <a:t>(222, 75)</a:t>
              </a:r>
            </a:p>
            <a:p>
              <a:r>
                <a:rPr lang="en-US" altLang="ko-KR" sz="1400" dirty="0"/>
                <a:t>size : 7*7px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78D3F329-C3BE-7256-FF1B-D6D3982B88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710" y="5779951"/>
              <a:ext cx="2066954" cy="4357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524DAE-7429-6737-133D-58245DD05E2F}"/>
              </a:ext>
            </a:extLst>
          </p:cNvPr>
          <p:cNvGrpSpPr/>
          <p:nvPr/>
        </p:nvGrpSpPr>
        <p:grpSpPr>
          <a:xfrm>
            <a:off x="1343570" y="1297519"/>
            <a:ext cx="2360282" cy="1083966"/>
            <a:chOff x="4134181" y="4393758"/>
            <a:chExt cx="2363626" cy="195721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5F80CB8-37A2-C3D4-0E47-479F50A0E9DB}"/>
                </a:ext>
              </a:extLst>
            </p:cNvPr>
            <p:cNvSpPr txBox="1"/>
            <p:nvPr/>
          </p:nvSpPr>
          <p:spPr>
            <a:xfrm>
              <a:off x="4134181" y="4393758"/>
              <a:ext cx="2180314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인벤토리로 가기</a:t>
              </a:r>
              <a:endParaRPr lang="en-US" altLang="ko-KR" sz="1400" dirty="0"/>
            </a:p>
            <a:p>
              <a:r>
                <a:rPr lang="en-US" altLang="ko-KR" sz="1400" dirty="0"/>
                <a:t>(42, 48)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33F47FD-1340-795F-B956-0D82A7AF0D30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28" y="5336323"/>
              <a:ext cx="881779" cy="10146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93323D6-2D32-33C6-8C77-BD41DD3961F4}"/>
              </a:ext>
            </a:extLst>
          </p:cNvPr>
          <p:cNvGrpSpPr/>
          <p:nvPr/>
        </p:nvGrpSpPr>
        <p:grpSpPr>
          <a:xfrm>
            <a:off x="4387759" y="3349971"/>
            <a:ext cx="7471050" cy="817693"/>
            <a:chOff x="-719398" y="4303521"/>
            <a:chExt cx="7481635" cy="147643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990C984-A5F8-18E1-4E17-3BDBFE3FAF66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err="1"/>
                <a:t>맵이</a:t>
              </a:r>
              <a:r>
                <a:rPr lang="ko-KR" altLang="en-US" sz="1400" dirty="0"/>
                <a:t> 들어올 공간</a:t>
              </a:r>
              <a:endParaRPr lang="en-US" altLang="ko-KR" sz="1400" dirty="0"/>
            </a:p>
            <a:p>
              <a:r>
                <a:rPr lang="en-US" altLang="ko-KR" sz="1400" dirty="0"/>
                <a:t>(61, 95)</a:t>
              </a:r>
            </a:p>
            <a:p>
              <a:r>
                <a:rPr lang="en-US" altLang="ko-KR" sz="1400" dirty="0"/>
                <a:t>size : 150*99px</a:t>
              </a: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676C3319-5245-21CF-BB90-D0F64C18FE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719398" y="4303521"/>
              <a:ext cx="3769283" cy="41494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9328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6630-F85A-64EE-D7B3-174141318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B58B38-CFC5-F95E-9C79-D95A3D07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Ui_settings.tmx</a:t>
            </a:r>
            <a:endParaRPr lang="ko-KR" altLang="en-US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049F45-3442-29AA-E722-1F7D107C8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645" y="1274369"/>
            <a:ext cx="9024243" cy="1244193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117DD09-194E-5E2A-44C5-7F662DECB901}"/>
              </a:ext>
            </a:extLst>
          </p:cNvPr>
          <p:cNvGrpSpPr/>
          <p:nvPr/>
        </p:nvGrpSpPr>
        <p:grpSpPr>
          <a:xfrm>
            <a:off x="3785527" y="260828"/>
            <a:ext cx="3707100" cy="2095470"/>
            <a:chOff x="2323088" y="4388020"/>
            <a:chExt cx="3712352" cy="37835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B927BA-9B1C-99CB-D3BD-70D9F93E2BE2}"/>
                </a:ext>
              </a:extLst>
            </p:cNvPr>
            <p:cNvSpPr txBox="1"/>
            <p:nvPr/>
          </p:nvSpPr>
          <p:spPr>
            <a:xfrm>
              <a:off x="2323088" y="4388020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Skills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(75, 48)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D439E063-8014-209D-C948-E1D744417B55}"/>
                </a:ext>
              </a:extLst>
            </p:cNvPr>
            <p:cNvCxnSpPr>
              <a:cxnSpLocks/>
            </p:cNvCxnSpPr>
            <p:nvPr/>
          </p:nvCxnSpPr>
          <p:spPr>
            <a:xfrm>
              <a:off x="2926173" y="5796449"/>
              <a:ext cx="75359" cy="237516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FBFFB6C-AF90-EDF3-721F-E3B5A5331F12}"/>
              </a:ext>
            </a:extLst>
          </p:cNvPr>
          <p:cNvGrpSpPr/>
          <p:nvPr/>
        </p:nvGrpSpPr>
        <p:grpSpPr>
          <a:xfrm>
            <a:off x="6096000" y="289111"/>
            <a:ext cx="6660250" cy="2092374"/>
            <a:chOff x="92551" y="4446216"/>
            <a:chExt cx="6669686" cy="377800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FA860A-A05C-D5AE-4962-D0878B79548D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Exit</a:t>
              </a:r>
              <a:r>
                <a:rPr lang="ko-KR" altLang="en-US" sz="1400" dirty="0"/>
                <a:t> 창으로 가기</a:t>
              </a:r>
              <a:endParaRPr lang="en-US" altLang="ko-KR" sz="1400" dirty="0"/>
            </a:p>
            <a:p>
              <a:r>
                <a:rPr lang="en-US" altLang="ko-KR" sz="1400" dirty="0"/>
                <a:t>(170, 48)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1FD84EA-2EE3-4AFA-2952-72DD676EE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551" y="5779951"/>
              <a:ext cx="3571113" cy="24442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8ED0E97-D587-024E-825F-44ED8280AD31}"/>
              </a:ext>
            </a:extLst>
          </p:cNvPr>
          <p:cNvGrpSpPr/>
          <p:nvPr/>
        </p:nvGrpSpPr>
        <p:grpSpPr>
          <a:xfrm>
            <a:off x="6995662" y="1819541"/>
            <a:ext cx="5158219" cy="980010"/>
            <a:chOff x="1596710" y="4446216"/>
            <a:chExt cx="5165527" cy="17695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B41E9D-A9FB-664B-3D91-1D38FF81615E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창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끄기</a:t>
              </a:r>
              <a:endParaRPr lang="en-US" altLang="ko-KR" sz="1400" dirty="0"/>
            </a:p>
            <a:p>
              <a:r>
                <a:rPr lang="en-US" altLang="ko-KR" sz="1400" dirty="0"/>
                <a:t>(222, 75)</a:t>
              </a:r>
            </a:p>
            <a:p>
              <a:r>
                <a:rPr lang="en-US" altLang="ko-KR" sz="1400" dirty="0"/>
                <a:t>size : 7*7px</a:t>
              </a: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4480FB38-BD1F-830F-ED50-F8C9CC80F8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710" y="5779951"/>
              <a:ext cx="2066954" cy="4357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B525033-00D3-3214-84D5-014044EBD555}"/>
              </a:ext>
            </a:extLst>
          </p:cNvPr>
          <p:cNvGrpSpPr/>
          <p:nvPr/>
        </p:nvGrpSpPr>
        <p:grpSpPr>
          <a:xfrm>
            <a:off x="1343570" y="1297519"/>
            <a:ext cx="2360282" cy="1083966"/>
            <a:chOff x="4134181" y="4393758"/>
            <a:chExt cx="2363626" cy="195721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C01C48-6DED-0F1F-36F4-F7DD23EF8210}"/>
                </a:ext>
              </a:extLst>
            </p:cNvPr>
            <p:cNvSpPr txBox="1"/>
            <p:nvPr/>
          </p:nvSpPr>
          <p:spPr>
            <a:xfrm>
              <a:off x="4134181" y="4393758"/>
              <a:ext cx="2180314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인벤토리로 가기</a:t>
              </a:r>
              <a:endParaRPr lang="en-US" altLang="ko-KR" sz="1400" dirty="0"/>
            </a:p>
            <a:p>
              <a:r>
                <a:rPr lang="en-US" altLang="ko-KR" sz="1400" dirty="0"/>
                <a:t>(42, 48)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84C1EBF5-0DE4-0987-3E81-416A6B759B8C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28" y="5336323"/>
              <a:ext cx="881779" cy="10146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D59D059-C625-830A-D833-FD109FF1A632}"/>
              </a:ext>
            </a:extLst>
          </p:cNvPr>
          <p:cNvGrpSpPr/>
          <p:nvPr/>
        </p:nvGrpSpPr>
        <p:grpSpPr>
          <a:xfrm>
            <a:off x="4942417" y="330020"/>
            <a:ext cx="4117275" cy="2002718"/>
            <a:chOff x="1753928" y="4612487"/>
            <a:chExt cx="4123108" cy="361611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77D03A-ACDC-6EDC-45BC-4C6710EC998B}"/>
                </a:ext>
              </a:extLst>
            </p:cNvPr>
            <p:cNvSpPr txBox="1"/>
            <p:nvPr/>
          </p:nvSpPr>
          <p:spPr>
            <a:xfrm>
              <a:off x="2164684" y="4612487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map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(106, 48)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5C95A08B-ABF5-9404-CD08-E68873EFEB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3928" y="5778750"/>
              <a:ext cx="734556" cy="24498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731D2D2-9778-B8A1-89AB-64F94E5C9428}"/>
              </a:ext>
            </a:extLst>
          </p:cNvPr>
          <p:cNvGrpSpPr/>
          <p:nvPr/>
        </p:nvGrpSpPr>
        <p:grpSpPr>
          <a:xfrm>
            <a:off x="388660" y="2598617"/>
            <a:ext cx="2874926" cy="738664"/>
            <a:chOff x="3049885" y="4446216"/>
            <a:chExt cx="2878999" cy="133373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BA00174-4976-9C7E-1C27-38F3501DE991}"/>
                </a:ext>
              </a:extLst>
            </p:cNvPr>
            <p:cNvSpPr txBox="1"/>
            <p:nvPr/>
          </p:nvSpPr>
          <p:spPr>
            <a:xfrm>
              <a:off x="3049885" y="4446216"/>
              <a:ext cx="1655334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전체 창 좌표</a:t>
              </a:r>
              <a:endParaRPr lang="en-US" altLang="ko-KR" sz="1400" dirty="0"/>
            </a:p>
            <a:p>
              <a:r>
                <a:rPr lang="en-US" altLang="ko-KR" sz="1400" dirty="0"/>
                <a:t>(16, 32)</a:t>
              </a:r>
            </a:p>
            <a:p>
              <a:r>
                <a:rPr lang="en-US" altLang="ko-KR" sz="1400" dirty="0"/>
                <a:t>size : 240*192px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5B927B5C-0556-B0C5-FB61-419907FBA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061" y="5069695"/>
              <a:ext cx="1022823" cy="497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653D8F4-4BBA-BE99-EEFE-833500DE6006}"/>
              </a:ext>
            </a:extLst>
          </p:cNvPr>
          <p:cNvGrpSpPr/>
          <p:nvPr/>
        </p:nvGrpSpPr>
        <p:grpSpPr>
          <a:xfrm>
            <a:off x="2573573" y="5432086"/>
            <a:ext cx="3707100" cy="1328382"/>
            <a:chOff x="3049885" y="3381419"/>
            <a:chExt cx="3712352" cy="239853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0B8B80-700D-A22A-EAA8-51F7B5B3D3CA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슬라이드</a:t>
              </a:r>
              <a:endParaRPr lang="en-US" altLang="ko-KR" sz="1400" dirty="0"/>
            </a:p>
            <a:p>
              <a:r>
                <a:rPr lang="en-US" altLang="ko-KR" sz="1400" dirty="0"/>
                <a:t>(32, 208)</a:t>
              </a:r>
            </a:p>
            <a:p>
              <a:r>
                <a:rPr lang="en-US" altLang="ko-KR" sz="1400" dirty="0"/>
                <a:t>size : 16*16px</a:t>
              </a: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4EA5A4FE-2403-6925-7D1B-47818FF3C7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3763" y="3381419"/>
              <a:ext cx="376454" cy="90524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6AD6178-A92C-7BD5-21F8-0C0F0356AC3B}"/>
              </a:ext>
            </a:extLst>
          </p:cNvPr>
          <p:cNvGrpSpPr/>
          <p:nvPr/>
        </p:nvGrpSpPr>
        <p:grpSpPr>
          <a:xfrm>
            <a:off x="7030719" y="3325652"/>
            <a:ext cx="5153641" cy="738664"/>
            <a:chOff x="1601294" y="4446216"/>
            <a:chExt cx="5160943" cy="133373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296A9D-582D-8339-A4F1-0A11280AFB47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슬라이드</a:t>
              </a:r>
              <a:endParaRPr lang="en-US" altLang="ko-KR" sz="1400" dirty="0"/>
            </a:p>
            <a:p>
              <a:r>
                <a:rPr lang="en-US" altLang="ko-KR" sz="1400" dirty="0"/>
                <a:t>(208, 96)</a:t>
              </a:r>
            </a:p>
            <a:p>
              <a:r>
                <a:rPr lang="en-US" altLang="ko-KR" sz="1400" dirty="0"/>
                <a:t>size : 16*96px</a:t>
              </a: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9B25F319-7BB5-F5F8-CB7D-2CFEC6C363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01294" y="4446216"/>
              <a:ext cx="1448591" cy="2961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34BE5F5-C92E-2C0E-3BFF-5EE3E1AE98EA}"/>
              </a:ext>
            </a:extLst>
          </p:cNvPr>
          <p:cNvGrpSpPr/>
          <p:nvPr/>
        </p:nvGrpSpPr>
        <p:grpSpPr>
          <a:xfrm>
            <a:off x="262596" y="3200400"/>
            <a:ext cx="3344204" cy="1630164"/>
            <a:chOff x="3049885" y="2836520"/>
            <a:chExt cx="3348941" cy="294343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54E68C9-1F6B-6784-D34E-E2A137261CB7}"/>
                </a:ext>
              </a:extLst>
            </p:cNvPr>
            <p:cNvSpPr txBox="1"/>
            <p:nvPr/>
          </p:nvSpPr>
          <p:spPr>
            <a:xfrm>
              <a:off x="3049885" y="4446216"/>
              <a:ext cx="1781577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빈칸</a:t>
              </a:r>
              <a:endParaRPr lang="en-US" altLang="ko-KR" sz="1400" dirty="0"/>
            </a:p>
            <a:p>
              <a:r>
                <a:rPr lang="en-US" altLang="ko-KR" sz="1400" dirty="0"/>
                <a:t>(48, 96)</a:t>
              </a:r>
            </a:p>
            <a:p>
              <a:r>
                <a:rPr lang="en-US" altLang="ko-KR" sz="1400" dirty="0"/>
                <a:t>size : 160*96px</a:t>
              </a: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3F634CEA-748F-1107-16C6-1D90FEDACC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506" y="2836520"/>
              <a:ext cx="2177320" cy="187863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706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3175-87CD-AE73-38EF-951EC18C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E230D13-2FE6-E6D8-E12D-17B2EB833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Ui_settings.tmx</a:t>
            </a:r>
            <a:endParaRPr lang="ko-KR" altLang="en-US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8A3670-1299-AE25-4FED-E3507DDC0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89"/>
          <a:stretch>
            <a:fillRect/>
          </a:stretch>
        </p:blipFill>
        <p:spPr>
          <a:xfrm>
            <a:off x="4182894" y="0"/>
            <a:ext cx="2674995" cy="863493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3B5D1066-826C-F451-C394-321CC9583F61}"/>
              </a:ext>
            </a:extLst>
          </p:cNvPr>
          <p:cNvGrpSpPr/>
          <p:nvPr/>
        </p:nvGrpSpPr>
        <p:grpSpPr>
          <a:xfrm>
            <a:off x="1094769" y="1577213"/>
            <a:ext cx="2874926" cy="738664"/>
            <a:chOff x="3049885" y="4446216"/>
            <a:chExt cx="2878999" cy="13337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AE1E6C0-5800-BB85-B1E7-320CFDFE6185}"/>
                </a:ext>
              </a:extLst>
            </p:cNvPr>
            <p:cNvSpPr txBox="1"/>
            <p:nvPr/>
          </p:nvSpPr>
          <p:spPr>
            <a:xfrm>
              <a:off x="3049885" y="4446216"/>
              <a:ext cx="1655334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전체 창 좌표</a:t>
              </a:r>
              <a:endParaRPr lang="en-US" altLang="ko-KR" sz="1400" dirty="0"/>
            </a:p>
            <a:p>
              <a:r>
                <a:rPr lang="en-US" altLang="ko-KR" sz="1400" dirty="0"/>
                <a:t>(272, 32)</a:t>
              </a:r>
            </a:p>
            <a:p>
              <a:r>
                <a:rPr lang="en-US" altLang="ko-KR" sz="1400" dirty="0"/>
                <a:t>size : 160*448px</a:t>
              </a: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54971DC-ABC0-5CC8-B3A7-66C5FD9890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061" y="5069695"/>
              <a:ext cx="1022823" cy="497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FC65205-290F-8DD2-3FA7-65BEEDF7BBEF}"/>
              </a:ext>
            </a:extLst>
          </p:cNvPr>
          <p:cNvGrpSpPr/>
          <p:nvPr/>
        </p:nvGrpSpPr>
        <p:grpSpPr>
          <a:xfrm>
            <a:off x="6254885" y="185145"/>
            <a:ext cx="5758775" cy="2246769"/>
            <a:chOff x="1162986" y="4446216"/>
            <a:chExt cx="5766935" cy="40567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8F6BAD-DE88-4CFA-6C8D-FEAF39407EAF}"/>
                </a:ext>
              </a:extLst>
            </p:cNvPr>
            <p:cNvSpPr txBox="1"/>
            <p:nvPr/>
          </p:nvSpPr>
          <p:spPr>
            <a:xfrm>
              <a:off x="3049885" y="4446216"/>
              <a:ext cx="3880036" cy="405677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Display </a:t>
              </a:r>
              <a:r>
                <a:rPr lang="ko-KR" altLang="en-US" sz="1400" dirty="0"/>
                <a:t>제일 위 칸 좌표 </a:t>
              </a:r>
              <a:r>
                <a:rPr lang="en-US" altLang="ko-KR" sz="1400" dirty="0"/>
                <a:t>(</a:t>
              </a:r>
              <a:r>
                <a:rPr lang="ko-KR" altLang="en-US" sz="1400" dirty="0"/>
                <a:t>텍스트 들어갈 자리</a:t>
              </a:r>
              <a:r>
                <a:rPr lang="en-US" altLang="ko-KR" sz="1400" dirty="0"/>
                <a:t>)</a:t>
              </a:r>
            </a:p>
            <a:p>
              <a:r>
                <a:rPr lang="en-US" altLang="ko-KR" sz="1400" dirty="0"/>
                <a:t>(406, 48)</a:t>
              </a:r>
            </a:p>
            <a:p>
              <a:r>
                <a:rPr lang="en-US" altLang="ko-KR" sz="1400" dirty="0"/>
                <a:t>Size : 16*16px</a:t>
              </a:r>
            </a:p>
            <a:p>
              <a:r>
                <a:rPr lang="ko-KR" altLang="en-US" sz="1400" dirty="0"/>
                <a:t>밑에 다 크기는 같고 좌표만 다름</a:t>
              </a:r>
              <a:endParaRPr lang="en-US" altLang="ko-KR" sz="1400" dirty="0"/>
            </a:p>
            <a:p>
              <a:r>
                <a:rPr lang="en-US" altLang="ko-KR" sz="1400" dirty="0"/>
                <a:t>(406, 48)</a:t>
              </a:r>
            </a:p>
            <a:p>
              <a:r>
                <a:rPr lang="en-US" altLang="ko-KR" sz="1400" dirty="0"/>
                <a:t>Gameplay</a:t>
              </a:r>
            </a:p>
            <a:p>
              <a:r>
                <a:rPr lang="en-US" altLang="ko-KR" sz="1400" dirty="0"/>
                <a:t>(406, 96)</a:t>
              </a:r>
            </a:p>
            <a:p>
              <a:r>
                <a:rPr lang="en-US" altLang="ko-KR" sz="1400" dirty="0"/>
                <a:t>Controls</a:t>
              </a:r>
            </a:p>
            <a:p>
              <a:r>
                <a:rPr lang="en-US" altLang="ko-KR" sz="1400" dirty="0"/>
                <a:t>(406, 128)</a:t>
              </a:r>
            </a:p>
            <a:p>
              <a:r>
                <a:rPr lang="ko-KR" altLang="en-US" sz="1400" dirty="0"/>
                <a:t>이후 더 밑에는 </a:t>
              </a:r>
              <a:r>
                <a:rPr lang="en-US" altLang="ko-KR" sz="1400" dirty="0"/>
                <a:t>y</a:t>
              </a:r>
              <a:r>
                <a:rPr lang="ko-KR" altLang="en-US" sz="1400" dirty="0"/>
                <a:t>좌표 </a:t>
              </a:r>
              <a:r>
                <a:rPr lang="en-US" altLang="ko-KR" sz="1400" dirty="0"/>
                <a:t>16</a:t>
              </a:r>
              <a:r>
                <a:rPr lang="ko-KR" altLang="en-US" sz="1400" dirty="0"/>
                <a:t>씩 더해가면 된다</a:t>
              </a:r>
              <a:r>
                <a:rPr lang="en-US" altLang="ko-KR" sz="1400" dirty="0"/>
                <a:t>.</a:t>
              </a:r>
              <a:r>
                <a:rPr lang="ko-KR" altLang="en-US" sz="1400" dirty="0"/>
                <a:t> </a:t>
              </a:r>
              <a:endParaRPr lang="en-US" altLang="ko-KR" sz="1400" dirty="0"/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63A814AD-A77C-D4A1-B9AF-FD30593B8F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986" y="5113083"/>
              <a:ext cx="1643252" cy="26815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1086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00D07-E079-5693-FEF2-D1AB38B4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3623ACD-96EC-36AF-2256-AF26F0D7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2991" cy="675735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Ui_skills.tmx</a:t>
            </a:r>
            <a:endParaRPr lang="ko-KR" altLang="en-US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354D99-F678-861D-576F-900BDD129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515" y="1366969"/>
            <a:ext cx="8555743" cy="8009634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E24CCA3-1BC7-A9A0-A47D-D966BCAD1F7C}"/>
              </a:ext>
            </a:extLst>
          </p:cNvPr>
          <p:cNvGrpSpPr/>
          <p:nvPr/>
        </p:nvGrpSpPr>
        <p:grpSpPr>
          <a:xfrm>
            <a:off x="5518471" y="248972"/>
            <a:ext cx="5445107" cy="2132513"/>
            <a:chOff x="549583" y="4495625"/>
            <a:chExt cx="5452821" cy="385047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3D441B-E4A5-5253-7F0F-5D896F6B7D58}"/>
                </a:ext>
              </a:extLst>
            </p:cNvPr>
            <p:cNvSpPr txBox="1"/>
            <p:nvPr/>
          </p:nvSpPr>
          <p:spPr>
            <a:xfrm>
              <a:off x="2290052" y="4495625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setting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(139, 48)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CD8E0F9-2A37-FEC9-2277-BE345B6C19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583" y="5996832"/>
              <a:ext cx="2064269" cy="23492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97BAC3-2A05-920C-3C20-1A19F48059AF}"/>
              </a:ext>
            </a:extLst>
          </p:cNvPr>
          <p:cNvGrpSpPr/>
          <p:nvPr/>
        </p:nvGrpSpPr>
        <p:grpSpPr>
          <a:xfrm>
            <a:off x="6096000" y="289111"/>
            <a:ext cx="6660250" cy="2092374"/>
            <a:chOff x="92551" y="4446216"/>
            <a:chExt cx="6669686" cy="37780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A044D6-4EA2-7F8C-8032-62A86F946174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Exit</a:t>
              </a:r>
              <a:r>
                <a:rPr lang="ko-KR" altLang="en-US" sz="1400" dirty="0"/>
                <a:t> 창으로 가기</a:t>
              </a:r>
              <a:endParaRPr lang="en-US" altLang="ko-KR" sz="1400" dirty="0"/>
            </a:p>
            <a:p>
              <a:r>
                <a:rPr lang="en-US" altLang="ko-KR" sz="1400" dirty="0"/>
                <a:t>(170, 48)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F31BF6D2-528E-2555-B2E2-52EFE1D7E4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551" y="5779951"/>
              <a:ext cx="3571113" cy="24442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BE4DA7-A317-A8E7-7213-816E0381E17F}"/>
              </a:ext>
            </a:extLst>
          </p:cNvPr>
          <p:cNvGrpSpPr/>
          <p:nvPr/>
        </p:nvGrpSpPr>
        <p:grpSpPr>
          <a:xfrm>
            <a:off x="6995662" y="1819541"/>
            <a:ext cx="5158219" cy="980010"/>
            <a:chOff x="1596710" y="4446216"/>
            <a:chExt cx="5165527" cy="176951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92B7C2-D5E2-969E-5CAD-BBA07A1E42AD}"/>
                </a:ext>
              </a:extLst>
            </p:cNvPr>
            <p:cNvSpPr txBox="1"/>
            <p:nvPr/>
          </p:nvSpPr>
          <p:spPr>
            <a:xfrm>
              <a:off x="3049885" y="4446216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창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끄기</a:t>
              </a:r>
              <a:endParaRPr lang="en-US" altLang="ko-KR" sz="1400" dirty="0"/>
            </a:p>
            <a:p>
              <a:r>
                <a:rPr lang="en-US" altLang="ko-KR" sz="1400" dirty="0"/>
                <a:t>(222, 75)</a:t>
              </a:r>
            </a:p>
            <a:p>
              <a:r>
                <a:rPr lang="en-US" altLang="ko-KR" sz="1400" dirty="0"/>
                <a:t>size : 7*7px</a:t>
              </a: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57FBD08E-7D63-C383-B227-F6B0C10251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710" y="5779951"/>
              <a:ext cx="2066954" cy="4357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83FC8B2-6913-24D8-22CE-D9E4EACE478F}"/>
              </a:ext>
            </a:extLst>
          </p:cNvPr>
          <p:cNvGrpSpPr/>
          <p:nvPr/>
        </p:nvGrpSpPr>
        <p:grpSpPr>
          <a:xfrm>
            <a:off x="1343570" y="1297519"/>
            <a:ext cx="2360282" cy="1083966"/>
            <a:chOff x="4134181" y="4393758"/>
            <a:chExt cx="2363626" cy="195721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F81B6C-A5D1-4B4F-2806-216AEEDDBE4D}"/>
                </a:ext>
              </a:extLst>
            </p:cNvPr>
            <p:cNvSpPr txBox="1"/>
            <p:nvPr/>
          </p:nvSpPr>
          <p:spPr>
            <a:xfrm>
              <a:off x="4134181" y="4393758"/>
              <a:ext cx="2180314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인벤토리로 가기</a:t>
              </a:r>
              <a:endParaRPr lang="en-US" altLang="ko-KR" sz="1400" dirty="0"/>
            </a:p>
            <a:p>
              <a:r>
                <a:rPr lang="en-US" altLang="ko-KR" sz="1400" dirty="0"/>
                <a:t>(42, 48)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2BF06A58-0E8A-3909-D35E-C166320DD76C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28" y="5336323"/>
              <a:ext cx="881779" cy="10146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394DE83-9DCE-FDC1-54C8-BF115C0AC2E5}"/>
              </a:ext>
            </a:extLst>
          </p:cNvPr>
          <p:cNvGrpSpPr/>
          <p:nvPr/>
        </p:nvGrpSpPr>
        <p:grpSpPr>
          <a:xfrm>
            <a:off x="4942417" y="330020"/>
            <a:ext cx="4117275" cy="2002718"/>
            <a:chOff x="1753928" y="4612487"/>
            <a:chExt cx="4123108" cy="36161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B8E942B-DE1D-2B8B-4710-430A48AED460}"/>
                </a:ext>
              </a:extLst>
            </p:cNvPr>
            <p:cNvSpPr txBox="1"/>
            <p:nvPr/>
          </p:nvSpPr>
          <p:spPr>
            <a:xfrm>
              <a:off x="2164684" y="4612487"/>
              <a:ext cx="3712352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map </a:t>
              </a:r>
              <a:r>
                <a:rPr lang="ko-KR" altLang="en-US" sz="1400" dirty="0"/>
                <a:t>창으로 가기</a:t>
              </a:r>
              <a:endParaRPr lang="en-US" altLang="ko-KR" sz="1400" dirty="0"/>
            </a:p>
            <a:p>
              <a:r>
                <a:rPr lang="en-US" altLang="ko-KR" sz="1400" dirty="0"/>
                <a:t>(106, 48)</a:t>
              </a:r>
            </a:p>
            <a:p>
              <a:r>
                <a:rPr lang="en-US" altLang="ko-KR" sz="1400" dirty="0"/>
                <a:t>size : 27*18px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D444EFF1-B182-9550-2030-177E6B5529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3928" y="5778750"/>
              <a:ext cx="734556" cy="24498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C68C435-E7AC-CE2A-BB88-61D76FA48670}"/>
              </a:ext>
            </a:extLst>
          </p:cNvPr>
          <p:cNvGrpSpPr/>
          <p:nvPr/>
        </p:nvGrpSpPr>
        <p:grpSpPr>
          <a:xfrm>
            <a:off x="388660" y="2598617"/>
            <a:ext cx="2874926" cy="738664"/>
            <a:chOff x="3049885" y="4446216"/>
            <a:chExt cx="2878999" cy="133373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F386806-3C75-1EE6-AB75-EE45382E0236}"/>
                </a:ext>
              </a:extLst>
            </p:cNvPr>
            <p:cNvSpPr txBox="1"/>
            <p:nvPr/>
          </p:nvSpPr>
          <p:spPr>
            <a:xfrm>
              <a:off x="3049885" y="4446216"/>
              <a:ext cx="1952188" cy="13337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전체 창 좌표</a:t>
              </a:r>
              <a:endParaRPr lang="en-US" altLang="ko-KR" sz="1400" dirty="0"/>
            </a:p>
            <a:p>
              <a:r>
                <a:rPr lang="en-US" altLang="ko-KR" sz="1400" dirty="0"/>
                <a:t>(16, 32)</a:t>
              </a:r>
            </a:p>
            <a:p>
              <a:r>
                <a:rPr lang="en-US" altLang="ko-KR" sz="1400" dirty="0"/>
                <a:t>size : 240*192px</a:t>
              </a: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B00BC803-1D60-5278-F555-DCB39547C3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061" y="5069695"/>
              <a:ext cx="1022823" cy="497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6061FA3-8984-7F1E-F5CB-BE250C4D02B3}"/>
              </a:ext>
            </a:extLst>
          </p:cNvPr>
          <p:cNvGrpSpPr/>
          <p:nvPr/>
        </p:nvGrpSpPr>
        <p:grpSpPr>
          <a:xfrm>
            <a:off x="284556" y="3579749"/>
            <a:ext cx="3348657" cy="2677656"/>
            <a:chOff x="3059613" y="3892358"/>
            <a:chExt cx="3353401" cy="483478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07AE365-642F-04DD-AC57-7343BB55C6F6}"/>
                </a:ext>
              </a:extLst>
            </p:cNvPr>
            <p:cNvSpPr txBox="1"/>
            <p:nvPr/>
          </p:nvSpPr>
          <p:spPr>
            <a:xfrm>
              <a:off x="3059613" y="3892358"/>
              <a:ext cx="2134002" cy="483478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전체 </a:t>
              </a:r>
              <a:r>
                <a:rPr lang="en-US" altLang="ko-KR" sz="1400" dirty="0" err="1"/>
                <a:t>xp</a:t>
              </a:r>
              <a:r>
                <a:rPr lang="ko-KR" altLang="en-US" sz="1400" dirty="0"/>
                <a:t>레벨 </a:t>
              </a:r>
              <a:r>
                <a:rPr lang="ko-KR" altLang="en-US" sz="1400" dirty="0" err="1"/>
                <a:t>적는곳</a:t>
              </a:r>
              <a:endParaRPr lang="en-US" altLang="ko-KR" sz="1400" dirty="0"/>
            </a:p>
            <a:p>
              <a:r>
                <a:rPr lang="en-US" altLang="ko-KR" sz="1400" dirty="0"/>
                <a:t>(16, 112)</a:t>
              </a:r>
            </a:p>
            <a:p>
              <a:r>
                <a:rPr lang="en-US" altLang="ko-KR" sz="1400" dirty="0"/>
                <a:t>size : 28*16px</a:t>
              </a:r>
            </a:p>
            <a:p>
              <a:endParaRPr lang="en-US" altLang="ko-KR" sz="1400" dirty="0"/>
            </a:p>
            <a:p>
              <a:r>
                <a:rPr lang="ko-KR" altLang="en-US" sz="1400" dirty="0"/>
                <a:t>식물 재배 레벨 </a:t>
              </a:r>
              <a:r>
                <a:rPr lang="ko-KR" altLang="en-US" sz="1400" dirty="0" err="1"/>
                <a:t>적는곳</a:t>
              </a:r>
              <a:endParaRPr lang="en-US" altLang="ko-KR" sz="1400" dirty="0"/>
            </a:p>
            <a:p>
              <a:r>
                <a:rPr lang="en-US" altLang="ko-KR" sz="1400" dirty="0"/>
                <a:t>(16, 144)</a:t>
              </a:r>
            </a:p>
            <a:p>
              <a:r>
                <a:rPr lang="en-US" altLang="ko-KR" sz="1400" dirty="0"/>
                <a:t>size : 28*16px</a:t>
              </a:r>
            </a:p>
            <a:p>
              <a:endParaRPr lang="en-US" altLang="ko-KR" sz="1400" dirty="0"/>
            </a:p>
            <a:p>
              <a:r>
                <a:rPr lang="ko-KR" altLang="en-US" sz="1400" dirty="0"/>
                <a:t>가축 사육 레벨 적는 곳</a:t>
              </a:r>
              <a:endParaRPr lang="en-US" altLang="ko-KR" sz="1400" dirty="0"/>
            </a:p>
            <a:p>
              <a:r>
                <a:rPr lang="en-US" altLang="ko-KR" sz="1400" dirty="0"/>
                <a:t>(16, 176)</a:t>
              </a:r>
            </a:p>
            <a:p>
              <a:r>
                <a:rPr lang="en-US" altLang="ko-KR" sz="1400" dirty="0"/>
                <a:t>size : 28*16px</a:t>
              </a:r>
            </a:p>
            <a:p>
              <a:endParaRPr lang="en-US" altLang="ko-KR" sz="1400" dirty="0"/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24999965-66CF-DEAB-7575-0CFCED415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814" y="4137503"/>
              <a:ext cx="1616200" cy="12931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13B3030-631F-AC29-213B-CF2BF79E8D94}"/>
              </a:ext>
            </a:extLst>
          </p:cNvPr>
          <p:cNvSpPr txBox="1"/>
          <p:nvPr/>
        </p:nvSpPr>
        <p:spPr>
          <a:xfrm>
            <a:off x="4081828" y="3322041"/>
            <a:ext cx="532517" cy="384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00Lv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39F397-5E30-2975-F714-E8A6D799D882}"/>
              </a:ext>
            </a:extLst>
          </p:cNvPr>
          <p:cNvSpPr txBox="1"/>
          <p:nvPr/>
        </p:nvSpPr>
        <p:spPr>
          <a:xfrm>
            <a:off x="4077818" y="3900786"/>
            <a:ext cx="532517" cy="384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00Lv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190299-87E3-1BFB-A583-A2246CF195BE}"/>
              </a:ext>
            </a:extLst>
          </p:cNvPr>
          <p:cNvSpPr txBox="1"/>
          <p:nvPr/>
        </p:nvSpPr>
        <p:spPr>
          <a:xfrm>
            <a:off x="4077818" y="4479531"/>
            <a:ext cx="532517" cy="384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ReffsPixelFont" panose="00000400000000000000" pitchFamily="2" charset="0"/>
                <a:cs typeface="ReffsPixelFont" panose="00000400000000000000" pitchFamily="2" charset="0"/>
              </a:rPr>
              <a:t>00Lv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FA1CB8-0F7B-DA67-49CB-3EDF94846FD9}"/>
              </a:ext>
            </a:extLst>
          </p:cNvPr>
          <p:cNvSpPr txBox="1"/>
          <p:nvPr/>
        </p:nvSpPr>
        <p:spPr>
          <a:xfrm>
            <a:off x="7805496" y="3125660"/>
            <a:ext cx="2130983" cy="2677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전체 </a:t>
            </a:r>
            <a:r>
              <a:rPr lang="en-US" altLang="ko-KR" sz="1400" dirty="0" err="1"/>
              <a:t>xp</a:t>
            </a:r>
            <a:r>
              <a:rPr lang="ko-KR" altLang="en-US" sz="1400" dirty="0"/>
              <a:t>레벨 게이지</a:t>
            </a:r>
            <a:endParaRPr lang="en-US" altLang="ko-KR" sz="1400" dirty="0"/>
          </a:p>
          <a:p>
            <a:r>
              <a:rPr lang="en-US" altLang="ko-KR" sz="1400" dirty="0"/>
              <a:t>(96, 112)</a:t>
            </a:r>
          </a:p>
          <a:p>
            <a:r>
              <a:rPr lang="en-US" altLang="ko-KR" sz="1400" dirty="0"/>
              <a:t>Size : 128*16px</a:t>
            </a:r>
          </a:p>
          <a:p>
            <a:endParaRPr lang="en-US" altLang="ko-KR" sz="1400" dirty="0"/>
          </a:p>
          <a:p>
            <a:r>
              <a:rPr lang="ko-KR" altLang="en-US" sz="1400" dirty="0"/>
              <a:t>식물 재배 레벨 게이지</a:t>
            </a:r>
            <a:endParaRPr lang="en-US" altLang="ko-KR" sz="1400" dirty="0"/>
          </a:p>
          <a:p>
            <a:r>
              <a:rPr lang="en-US" altLang="ko-KR" sz="1400" dirty="0"/>
              <a:t>(96, 144)</a:t>
            </a:r>
          </a:p>
          <a:p>
            <a:r>
              <a:rPr lang="en-US" altLang="ko-KR" sz="1400" dirty="0"/>
              <a:t>Size : 128*16px</a:t>
            </a:r>
          </a:p>
          <a:p>
            <a:endParaRPr lang="en-US" altLang="ko-KR" sz="1400" dirty="0"/>
          </a:p>
          <a:p>
            <a:r>
              <a:rPr lang="ko-KR" altLang="en-US" sz="1400" dirty="0"/>
              <a:t>가축 사육 레벨 게이지</a:t>
            </a:r>
            <a:endParaRPr lang="en-US" altLang="ko-KR" sz="1400" dirty="0"/>
          </a:p>
          <a:p>
            <a:r>
              <a:rPr lang="en-US" altLang="ko-KR" sz="1400" dirty="0"/>
              <a:t>(96, 176)</a:t>
            </a:r>
          </a:p>
          <a:p>
            <a:r>
              <a:rPr lang="en-US" altLang="ko-KR" sz="1400" dirty="0"/>
              <a:t>size : 128*16px</a:t>
            </a:r>
          </a:p>
          <a:p>
            <a:endParaRPr lang="en-US" altLang="ko-KR" sz="14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64C3A85-7058-0167-7443-CF335F87870A}"/>
              </a:ext>
            </a:extLst>
          </p:cNvPr>
          <p:cNvCxnSpPr>
            <a:cxnSpLocks/>
          </p:cNvCxnSpPr>
          <p:nvPr/>
        </p:nvCxnSpPr>
        <p:spPr>
          <a:xfrm flipH="1">
            <a:off x="6659880" y="3337281"/>
            <a:ext cx="1141606" cy="1490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D4F4551-892D-5065-84F7-542AF6680305}"/>
              </a:ext>
            </a:extLst>
          </p:cNvPr>
          <p:cNvGrpSpPr/>
          <p:nvPr/>
        </p:nvGrpSpPr>
        <p:grpSpPr>
          <a:xfrm>
            <a:off x="3031341" y="5491033"/>
            <a:ext cx="2037255" cy="1129700"/>
            <a:chOff x="3049885" y="3740160"/>
            <a:chExt cx="2040141" cy="203979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A464183-C1A8-3B3F-02BE-D81712C78CD5}"/>
                </a:ext>
              </a:extLst>
            </p:cNvPr>
            <p:cNvSpPr txBox="1"/>
            <p:nvPr/>
          </p:nvSpPr>
          <p:spPr>
            <a:xfrm>
              <a:off x="3049885" y="4446216"/>
              <a:ext cx="1952188" cy="13337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비례하게 </a:t>
              </a:r>
              <a:r>
                <a:rPr lang="ko-KR" altLang="en-US" sz="1400" dirty="0" err="1"/>
                <a:t>끌어쓸</a:t>
              </a:r>
              <a:r>
                <a:rPr lang="ko-KR" altLang="en-US" sz="1400" dirty="0"/>
                <a:t> 것</a:t>
              </a:r>
              <a:endParaRPr lang="en-US" altLang="ko-KR" sz="1400" dirty="0"/>
            </a:p>
            <a:p>
              <a:r>
                <a:rPr lang="en-US" altLang="ko-KR" sz="1400" dirty="0"/>
                <a:t>(32, 208)</a:t>
              </a:r>
            </a:p>
            <a:p>
              <a:r>
                <a:rPr lang="en-US" altLang="ko-KR" sz="1400" dirty="0"/>
                <a:t>size : 128*16px</a:t>
              </a: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D3DEB6BE-2174-D3F9-1FFE-55C9A1464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061" y="3740160"/>
              <a:ext cx="183965" cy="133451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1602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2293</Words>
  <Application>Microsoft Office PowerPoint</Application>
  <PresentationFormat>와이드스크린</PresentationFormat>
  <Paragraphs>584</Paragraphs>
  <Slides>21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ReffsPixelFont</vt:lpstr>
      <vt:lpstr>Office 테마</vt:lpstr>
      <vt:lpstr>Character_setting.tmx</vt:lpstr>
      <vt:lpstr>Full_map.tmx</vt:lpstr>
      <vt:lpstr>Full_map.tmx</vt:lpstr>
      <vt:lpstr>Full_map.tmx</vt:lpstr>
      <vt:lpstr>Shop.tmx</vt:lpstr>
      <vt:lpstr>Shop.tmx</vt:lpstr>
      <vt:lpstr>Shop.tmx</vt:lpstr>
      <vt:lpstr>Player_house.tmx</vt:lpstr>
      <vt:lpstr>Sleep_q.tmx</vt:lpstr>
      <vt:lpstr>Sleep_q.tmx(추가된 부분)</vt:lpstr>
      <vt:lpstr>Startscreen.tmx</vt:lpstr>
      <vt:lpstr>Ui_fullscreen.tmx</vt:lpstr>
      <vt:lpstr>Ui_fullscreen.tmx</vt:lpstr>
      <vt:lpstr>앞으로 소개될 창들은 E 키를 누르면 나오는 인벤토리를 비롯하여 캐릭터의 기술 단계, 지도, 설정, 게임 종료 창임. E를 누르면 일단 인벤토리가 나와야 함</vt:lpstr>
      <vt:lpstr>Ui_exit.tmx</vt:lpstr>
      <vt:lpstr>Ui_inventory.tmx</vt:lpstr>
      <vt:lpstr>Ui_inventory.tmx</vt:lpstr>
      <vt:lpstr>Ui_map.tmx</vt:lpstr>
      <vt:lpstr>Ui_settings.tmx</vt:lpstr>
      <vt:lpstr>Ui_settings.tmx</vt:lpstr>
      <vt:lpstr>Ui_skills.tmx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윤서연</dc:creator>
  <cp:lastModifiedBy>윤서연</cp:lastModifiedBy>
  <cp:revision>100</cp:revision>
  <dcterms:created xsi:type="dcterms:W3CDTF">2026-06-01T05:45:36Z</dcterms:created>
  <dcterms:modified xsi:type="dcterms:W3CDTF">2026-06-01T16:53:10Z</dcterms:modified>
</cp:coreProperties>
</file>